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30"/>
  </p:notesMasterIdLst>
  <p:sldIdLst>
    <p:sldId id="256" r:id="rId3"/>
    <p:sldId id="265" r:id="rId4"/>
    <p:sldId id="553" r:id="rId5"/>
    <p:sldId id="558" r:id="rId6"/>
    <p:sldId id="550" r:id="rId7"/>
    <p:sldId id="560" r:id="rId8"/>
    <p:sldId id="559" r:id="rId9"/>
    <p:sldId id="564" r:id="rId10"/>
    <p:sldId id="565" r:id="rId11"/>
    <p:sldId id="570" r:id="rId12"/>
    <p:sldId id="578" r:id="rId13"/>
    <p:sldId id="582" r:id="rId14"/>
    <p:sldId id="569" r:id="rId15"/>
    <p:sldId id="573" r:id="rId16"/>
    <p:sldId id="574" r:id="rId17"/>
    <p:sldId id="575" r:id="rId18"/>
    <p:sldId id="579" r:id="rId19"/>
    <p:sldId id="580" r:id="rId20"/>
    <p:sldId id="581" r:id="rId21"/>
    <p:sldId id="583" r:id="rId22"/>
    <p:sldId id="567" r:id="rId23"/>
    <p:sldId id="563" r:id="rId24"/>
    <p:sldId id="568" r:id="rId25"/>
    <p:sldId id="577" r:id="rId26"/>
    <p:sldId id="576" r:id="rId27"/>
    <p:sldId id="525" r:id="rId28"/>
    <p:sldId id="524"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2874CF-983A-B60B-04B2-9A5B95579FE8}" v="5" dt="2024-04-15T12:54:55.924"/>
    <p1510:client id="{699EF0FE-F960-A04E-89F3-8805A646EDC7}" v="92" dt="2024-04-16T05:46:31.53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953"/>
  </p:normalViewPr>
  <p:slideViewPr>
    <p:cSldViewPr snapToGrid="0">
      <p:cViewPr varScale="1">
        <p:scale>
          <a:sx n="74" d="100"/>
          <a:sy n="74" d="100"/>
        </p:scale>
        <p:origin x="1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him BENSAOU" userId="1d87486b-509b-4626-951d-46f482bcf98c" providerId="ADAL" clId="{57AD9F77-349F-094D-9198-FD02E6096405}"/>
    <pc:docChg chg="custSel modSld">
      <pc:chgData name="Brahim BENSAOU" userId="1d87486b-509b-4626-951d-46f482bcf98c" providerId="ADAL" clId="{57AD9F77-349F-094D-9198-FD02E6096405}" dt="2022-02-28T18:24:29.221" v="37" actId="20577"/>
      <pc:docMkLst>
        <pc:docMk/>
      </pc:docMkLst>
      <pc:sldChg chg="modSp">
        <pc:chgData name="Brahim BENSAOU" userId="1d87486b-509b-4626-951d-46f482bcf98c" providerId="ADAL" clId="{57AD9F77-349F-094D-9198-FD02E6096405}" dt="2022-02-28T18:22:54.883" v="5" actId="1076"/>
        <pc:sldMkLst>
          <pc:docMk/>
          <pc:sldMk cId="2099701884" sldId="264"/>
        </pc:sldMkLst>
        <pc:spChg chg="mod">
          <ac:chgData name="Brahim BENSAOU" userId="1d87486b-509b-4626-951d-46f482bcf98c" providerId="ADAL" clId="{57AD9F77-349F-094D-9198-FD02E6096405}" dt="2022-02-28T18:22:54.883" v="5" actId="1076"/>
          <ac:spMkLst>
            <pc:docMk/>
            <pc:sldMk cId="2099701884" sldId="264"/>
            <ac:spMk id="27654" creationId="{89593912-F29F-414B-8414-30F35B79A4EE}"/>
          </ac:spMkLst>
        </pc:spChg>
      </pc:sldChg>
      <pc:sldChg chg="modSp mod">
        <pc:chgData name="Brahim BENSAOU" userId="1d87486b-509b-4626-951d-46f482bcf98c" providerId="ADAL" clId="{57AD9F77-349F-094D-9198-FD02E6096405}" dt="2022-02-28T18:21:41.375" v="0" actId="14100"/>
        <pc:sldMkLst>
          <pc:docMk/>
          <pc:sldMk cId="1492883793" sldId="270"/>
        </pc:sldMkLst>
        <pc:spChg chg="mod">
          <ac:chgData name="Brahim BENSAOU" userId="1d87486b-509b-4626-951d-46f482bcf98c" providerId="ADAL" clId="{57AD9F77-349F-094D-9198-FD02E6096405}" dt="2022-02-28T18:21:41.375" v="0" actId="14100"/>
          <ac:spMkLst>
            <pc:docMk/>
            <pc:sldMk cId="1492883793" sldId="270"/>
            <ac:spMk id="10" creationId="{9B7C3A64-7347-4116-8F6E-B2B19A5F352E}"/>
          </ac:spMkLst>
        </pc:spChg>
      </pc:sldChg>
      <pc:sldChg chg="modSp mod">
        <pc:chgData name="Brahim BENSAOU" userId="1d87486b-509b-4626-951d-46f482bcf98c" providerId="ADAL" clId="{57AD9F77-349F-094D-9198-FD02E6096405}" dt="2022-02-28T18:21:58.161" v="1" actId="313"/>
        <pc:sldMkLst>
          <pc:docMk/>
          <pc:sldMk cId="2588173887" sldId="272"/>
        </pc:sldMkLst>
        <pc:spChg chg="mod">
          <ac:chgData name="Brahim BENSAOU" userId="1d87486b-509b-4626-951d-46f482bcf98c" providerId="ADAL" clId="{57AD9F77-349F-094D-9198-FD02E6096405}" dt="2022-02-28T18:21:58.161" v="1" actId="313"/>
          <ac:spMkLst>
            <pc:docMk/>
            <pc:sldMk cId="2588173887" sldId="272"/>
            <ac:spMk id="8" creationId="{6D99D502-B69F-47E5-815C-CA95892D5344}"/>
          </ac:spMkLst>
        </pc:spChg>
      </pc:sldChg>
      <pc:sldChg chg="modSp mod">
        <pc:chgData name="Brahim BENSAOU" userId="1d87486b-509b-4626-951d-46f482bcf98c" providerId="ADAL" clId="{57AD9F77-349F-094D-9198-FD02E6096405}" dt="2022-02-28T18:22:21.582" v="3" actId="20577"/>
        <pc:sldMkLst>
          <pc:docMk/>
          <pc:sldMk cId="4240586518" sldId="274"/>
        </pc:sldMkLst>
        <pc:spChg chg="mod">
          <ac:chgData name="Brahim BENSAOU" userId="1d87486b-509b-4626-951d-46f482bcf98c" providerId="ADAL" clId="{57AD9F77-349F-094D-9198-FD02E6096405}" dt="2022-02-28T18:22:21.582" v="3" actId="20577"/>
          <ac:spMkLst>
            <pc:docMk/>
            <pc:sldMk cId="4240586518" sldId="274"/>
            <ac:spMk id="2" creationId="{6F06EC60-0EDA-428B-A52B-298A1DDBF2C7}"/>
          </ac:spMkLst>
        </pc:spChg>
      </pc:sldChg>
      <pc:sldChg chg="modSp">
        <pc:chgData name="Brahim BENSAOU" userId="1d87486b-509b-4626-951d-46f482bcf98c" providerId="ADAL" clId="{57AD9F77-349F-094D-9198-FD02E6096405}" dt="2022-02-28T18:22:41.867" v="4" actId="1076"/>
        <pc:sldMkLst>
          <pc:docMk/>
          <pc:sldMk cId="1857435460" sldId="275"/>
        </pc:sldMkLst>
        <pc:spChg chg="mod">
          <ac:chgData name="Brahim BENSAOU" userId="1d87486b-509b-4626-951d-46f482bcf98c" providerId="ADAL" clId="{57AD9F77-349F-094D-9198-FD02E6096405}" dt="2022-02-28T18:22:41.867" v="4" actId="1076"/>
          <ac:spMkLst>
            <pc:docMk/>
            <pc:sldMk cId="1857435460" sldId="275"/>
            <ac:spMk id="45062" creationId="{DADEF9F2-BDCA-41F2-8C5F-64B23156DAEB}"/>
          </ac:spMkLst>
        </pc:spChg>
      </pc:sldChg>
      <pc:sldChg chg="modSp mod">
        <pc:chgData name="Brahim BENSAOU" userId="1d87486b-509b-4626-951d-46f482bcf98c" providerId="ADAL" clId="{57AD9F77-349F-094D-9198-FD02E6096405}" dt="2022-02-28T18:24:12.507" v="35" actId="20577"/>
        <pc:sldMkLst>
          <pc:docMk/>
          <pc:sldMk cId="0" sldId="523"/>
        </pc:sldMkLst>
        <pc:spChg chg="mod">
          <ac:chgData name="Brahim BENSAOU" userId="1d87486b-509b-4626-951d-46f482bcf98c" providerId="ADAL" clId="{57AD9F77-349F-094D-9198-FD02E6096405}" dt="2022-02-28T18:24:12.507" v="35" actId="20577"/>
          <ac:spMkLst>
            <pc:docMk/>
            <pc:sldMk cId="0" sldId="523"/>
            <ac:spMk id="30724" creationId="{730A810B-46A6-4DB8-8AC6-7D7C0A337868}"/>
          </ac:spMkLst>
        </pc:spChg>
      </pc:sldChg>
      <pc:sldChg chg="modSp mod">
        <pc:chgData name="Brahim BENSAOU" userId="1d87486b-509b-4626-951d-46f482bcf98c" providerId="ADAL" clId="{57AD9F77-349F-094D-9198-FD02E6096405}" dt="2022-02-28T18:24:29.221" v="37" actId="20577"/>
        <pc:sldMkLst>
          <pc:docMk/>
          <pc:sldMk cId="2321618914" sldId="525"/>
        </pc:sldMkLst>
        <pc:spChg chg="mod">
          <ac:chgData name="Brahim BENSAOU" userId="1d87486b-509b-4626-951d-46f482bcf98c" providerId="ADAL" clId="{57AD9F77-349F-094D-9198-FD02E6096405}" dt="2022-02-28T18:24:29.221" v="37" actId="20577"/>
          <ac:spMkLst>
            <pc:docMk/>
            <pc:sldMk cId="2321618914" sldId="525"/>
            <ac:spMk id="4" creationId="{F7E14E03-AC30-4CA2-83B2-08D153C29048}"/>
          </ac:spMkLst>
        </pc:spChg>
      </pc:sldChg>
    </pc:docChg>
  </pc:docChgLst>
  <pc:docChgLst>
    <pc:chgData name="Hua KANG" userId="S::hkangae_connect.ust.hk#ext#@gohkust.onmicrosoft.com::080b2b0f-bfa5-412b-9ab7-c340c7976c92" providerId="AD" clId="Web-{4FA4DE65-EF42-EC9E-4FBA-E1AC44F69A6E}"/>
    <pc:docChg chg="modSld">
      <pc:chgData name="Hua KANG" userId="S::hkangae_connect.ust.hk#ext#@gohkust.onmicrosoft.com::080b2b0f-bfa5-412b-9ab7-c340c7976c92" providerId="AD" clId="Web-{4FA4DE65-EF42-EC9E-4FBA-E1AC44F69A6E}" dt="2022-02-28T07:20:33.301" v="2" actId="20577"/>
      <pc:docMkLst>
        <pc:docMk/>
      </pc:docMkLst>
      <pc:sldChg chg="modSp">
        <pc:chgData name="Hua KANG" userId="S::hkangae_connect.ust.hk#ext#@gohkust.onmicrosoft.com::080b2b0f-bfa5-412b-9ab7-c340c7976c92" providerId="AD" clId="Web-{4FA4DE65-EF42-EC9E-4FBA-E1AC44F69A6E}" dt="2022-02-28T07:20:33.301" v="2" actId="20577"/>
        <pc:sldMkLst>
          <pc:docMk/>
          <pc:sldMk cId="3547343274" sldId="268"/>
        </pc:sldMkLst>
        <pc:spChg chg="mod">
          <ac:chgData name="Hua KANG" userId="S::hkangae_connect.ust.hk#ext#@gohkust.onmicrosoft.com::080b2b0f-bfa5-412b-9ab7-c340c7976c92" providerId="AD" clId="Web-{4FA4DE65-EF42-EC9E-4FBA-E1AC44F69A6E}" dt="2022-02-28T07:20:33.301" v="2" actId="20577"/>
          <ac:spMkLst>
            <pc:docMk/>
            <pc:sldMk cId="3547343274" sldId="268"/>
            <ac:spMk id="6" creationId="{5034BB5F-914E-47E9-9134-AF52D773EFAE}"/>
          </ac:spMkLst>
        </pc:spChg>
      </pc:sldChg>
    </pc:docChg>
  </pc:docChgLst>
  <pc:docChgLst>
    <pc:chgData name="Brahim BENSAOU" userId="1d87486b-509b-4626-951d-46f482bcf98c" providerId="ADAL" clId="{699EF0FE-F960-A04E-89F3-8805A646EDC7}"/>
    <pc:docChg chg="custSel modSld">
      <pc:chgData name="Brahim BENSAOU" userId="1d87486b-509b-4626-951d-46f482bcf98c" providerId="ADAL" clId="{699EF0FE-F960-A04E-89F3-8805A646EDC7}" dt="2024-04-16T05:46:31.535" v="1184" actId="14100"/>
      <pc:docMkLst>
        <pc:docMk/>
      </pc:docMkLst>
      <pc:sldChg chg="modSp mod">
        <pc:chgData name="Brahim BENSAOU" userId="1d87486b-509b-4626-951d-46f482bcf98c" providerId="ADAL" clId="{699EF0FE-F960-A04E-89F3-8805A646EDC7}" dt="2024-04-16T05:41:37.849" v="1109" actId="20577"/>
        <pc:sldMkLst>
          <pc:docMk/>
          <pc:sldMk cId="4256617544" sldId="256"/>
        </pc:sldMkLst>
        <pc:spChg chg="mod">
          <ac:chgData name="Brahim BENSAOU" userId="1d87486b-509b-4626-951d-46f482bcf98c" providerId="ADAL" clId="{699EF0FE-F960-A04E-89F3-8805A646EDC7}" dt="2024-04-16T05:41:37.849" v="1109" actId="20577"/>
          <ac:spMkLst>
            <pc:docMk/>
            <pc:sldMk cId="4256617544" sldId="256"/>
            <ac:spMk id="3" creationId="{BD518A67-42A6-4A0E-9C5E-EEE3A2996BE4}"/>
          </ac:spMkLst>
        </pc:spChg>
      </pc:sldChg>
      <pc:sldChg chg="modSp mod">
        <pc:chgData name="Brahim BENSAOU" userId="1d87486b-509b-4626-951d-46f482bcf98c" providerId="ADAL" clId="{699EF0FE-F960-A04E-89F3-8805A646EDC7}" dt="2024-04-15T06:23:14.879" v="709" actId="20577"/>
        <pc:sldMkLst>
          <pc:docMk/>
          <pc:sldMk cId="641213212" sldId="550"/>
        </pc:sldMkLst>
        <pc:spChg chg="mod">
          <ac:chgData name="Brahim BENSAOU" userId="1d87486b-509b-4626-951d-46f482bcf98c" providerId="ADAL" clId="{699EF0FE-F960-A04E-89F3-8805A646EDC7}" dt="2024-04-15T06:23:14.879" v="709" actId="20577"/>
          <ac:spMkLst>
            <pc:docMk/>
            <pc:sldMk cId="641213212" sldId="550"/>
            <ac:spMk id="11" creationId="{035E79AC-2DE0-DDC6-0267-0BDEBB0E72F0}"/>
          </ac:spMkLst>
        </pc:spChg>
      </pc:sldChg>
      <pc:sldChg chg="modSp mod modNotesTx">
        <pc:chgData name="Brahim BENSAOU" userId="1d87486b-509b-4626-951d-46f482bcf98c" providerId="ADAL" clId="{699EF0FE-F960-A04E-89F3-8805A646EDC7}" dt="2024-04-15T06:22:06.805" v="702" actId="20577"/>
        <pc:sldMkLst>
          <pc:docMk/>
          <pc:sldMk cId="1577008710" sldId="558"/>
        </pc:sldMkLst>
        <pc:spChg chg="mod">
          <ac:chgData name="Brahim BENSAOU" userId="1d87486b-509b-4626-951d-46f482bcf98c" providerId="ADAL" clId="{699EF0FE-F960-A04E-89F3-8805A646EDC7}" dt="2024-04-15T06:22:06.805" v="702" actId="20577"/>
          <ac:spMkLst>
            <pc:docMk/>
            <pc:sldMk cId="1577008710" sldId="558"/>
            <ac:spMk id="6" creationId="{C1A6E751-9573-8E6C-BAAC-98773B97FEE8}"/>
          </ac:spMkLst>
        </pc:spChg>
      </pc:sldChg>
      <pc:sldChg chg="modSp mod">
        <pc:chgData name="Brahim BENSAOU" userId="1d87486b-509b-4626-951d-46f482bcf98c" providerId="ADAL" clId="{699EF0FE-F960-A04E-89F3-8805A646EDC7}" dt="2024-04-15T06:26:58.802" v="791" actId="20577"/>
        <pc:sldMkLst>
          <pc:docMk/>
          <pc:sldMk cId="931921646" sldId="559"/>
        </pc:sldMkLst>
        <pc:spChg chg="mod">
          <ac:chgData name="Brahim BENSAOU" userId="1d87486b-509b-4626-951d-46f482bcf98c" providerId="ADAL" clId="{699EF0FE-F960-A04E-89F3-8805A646EDC7}" dt="2024-04-15T06:26:58.802" v="791" actId="20577"/>
          <ac:spMkLst>
            <pc:docMk/>
            <pc:sldMk cId="931921646" sldId="559"/>
            <ac:spMk id="3" creationId="{3938C848-9C0F-6239-D81D-B4607AB97880}"/>
          </ac:spMkLst>
        </pc:spChg>
      </pc:sldChg>
      <pc:sldChg chg="modSp mod">
        <pc:chgData name="Brahim BENSAOU" userId="1d87486b-509b-4626-951d-46f482bcf98c" providerId="ADAL" clId="{699EF0FE-F960-A04E-89F3-8805A646EDC7}" dt="2024-04-15T06:39:30.357" v="846" actId="20577"/>
        <pc:sldMkLst>
          <pc:docMk/>
          <pc:sldMk cId="609247993" sldId="564"/>
        </pc:sldMkLst>
        <pc:spChg chg="mod">
          <ac:chgData name="Brahim BENSAOU" userId="1d87486b-509b-4626-951d-46f482bcf98c" providerId="ADAL" clId="{699EF0FE-F960-A04E-89F3-8805A646EDC7}" dt="2024-04-15T06:39:30.357" v="846" actId="20577"/>
          <ac:spMkLst>
            <pc:docMk/>
            <pc:sldMk cId="609247993" sldId="564"/>
            <ac:spMk id="3" creationId="{D38EA0CF-5F2E-CE36-4D78-DDEDB1FF8A14}"/>
          </ac:spMkLst>
        </pc:spChg>
      </pc:sldChg>
      <pc:sldChg chg="modSp mod">
        <pc:chgData name="Brahim BENSAOU" userId="1d87486b-509b-4626-951d-46f482bcf98c" providerId="ADAL" clId="{699EF0FE-F960-A04E-89F3-8805A646EDC7}" dt="2024-04-15T06:53:22.928" v="877" actId="20577"/>
        <pc:sldMkLst>
          <pc:docMk/>
          <pc:sldMk cId="2786726867" sldId="565"/>
        </pc:sldMkLst>
        <pc:spChg chg="mod">
          <ac:chgData name="Brahim BENSAOU" userId="1d87486b-509b-4626-951d-46f482bcf98c" providerId="ADAL" clId="{699EF0FE-F960-A04E-89F3-8805A646EDC7}" dt="2024-04-15T06:53:22.928" v="877" actId="20577"/>
          <ac:spMkLst>
            <pc:docMk/>
            <pc:sldMk cId="2786726867" sldId="565"/>
            <ac:spMk id="23" creationId="{00000000-0000-0000-0000-000000000000}"/>
          </ac:spMkLst>
        </pc:spChg>
      </pc:sldChg>
      <pc:sldChg chg="modSp mod">
        <pc:chgData name="Brahim BENSAOU" userId="1d87486b-509b-4626-951d-46f482bcf98c" providerId="ADAL" clId="{699EF0FE-F960-A04E-89F3-8805A646EDC7}" dt="2024-04-16T05:46:31.535" v="1184" actId="14100"/>
        <pc:sldMkLst>
          <pc:docMk/>
          <pc:sldMk cId="155595753" sldId="567"/>
        </pc:sldMkLst>
        <pc:spChg chg="mod">
          <ac:chgData name="Brahim BENSAOU" userId="1d87486b-509b-4626-951d-46f482bcf98c" providerId="ADAL" clId="{699EF0FE-F960-A04E-89F3-8805A646EDC7}" dt="2024-04-16T05:46:31.535" v="1184" actId="14100"/>
          <ac:spMkLst>
            <pc:docMk/>
            <pc:sldMk cId="155595753" sldId="567"/>
            <ac:spMk id="3" creationId="{D38EA0CF-5F2E-CE36-4D78-DDEDB1FF8A14}"/>
          </ac:spMkLst>
        </pc:spChg>
      </pc:sldChg>
      <pc:sldChg chg="delSp mod">
        <pc:chgData name="Brahim BENSAOU" userId="1d87486b-509b-4626-951d-46f482bcf98c" providerId="ADAL" clId="{699EF0FE-F960-A04E-89F3-8805A646EDC7}" dt="2024-04-15T07:06:44.671" v="1096" actId="478"/>
        <pc:sldMkLst>
          <pc:docMk/>
          <pc:sldMk cId="3381531042" sldId="568"/>
        </pc:sldMkLst>
        <pc:picChg chg="del">
          <ac:chgData name="Brahim BENSAOU" userId="1d87486b-509b-4626-951d-46f482bcf98c" providerId="ADAL" clId="{699EF0FE-F960-A04E-89F3-8805A646EDC7}" dt="2024-04-15T07:06:44.671" v="1096" actId="478"/>
          <ac:picMkLst>
            <pc:docMk/>
            <pc:sldMk cId="3381531042" sldId="568"/>
            <ac:picMk id="4" creationId="{9E9F7A9A-B0A1-F9BD-F382-F0783DEFA924}"/>
          </ac:picMkLst>
        </pc:picChg>
      </pc:sldChg>
      <pc:sldChg chg="modSp mod">
        <pc:chgData name="Brahim BENSAOU" userId="1d87486b-509b-4626-951d-46f482bcf98c" providerId="ADAL" clId="{699EF0FE-F960-A04E-89F3-8805A646EDC7}" dt="2024-04-15T06:56:10.669" v="1045" actId="20577"/>
        <pc:sldMkLst>
          <pc:docMk/>
          <pc:sldMk cId="1125990340" sldId="570"/>
        </pc:sldMkLst>
        <pc:spChg chg="mod">
          <ac:chgData name="Brahim BENSAOU" userId="1d87486b-509b-4626-951d-46f482bcf98c" providerId="ADAL" clId="{699EF0FE-F960-A04E-89F3-8805A646EDC7}" dt="2024-04-15T06:56:10.669" v="1045" actId="20577"/>
          <ac:spMkLst>
            <pc:docMk/>
            <pc:sldMk cId="1125990340" sldId="570"/>
            <ac:spMk id="23" creationId="{00000000-0000-0000-0000-000000000000}"/>
          </ac:spMkLst>
        </pc:spChg>
      </pc:sldChg>
      <pc:sldChg chg="modSp mod">
        <pc:chgData name="Brahim BENSAOU" userId="1d87486b-509b-4626-951d-46f482bcf98c" providerId="ADAL" clId="{699EF0FE-F960-A04E-89F3-8805A646EDC7}" dt="2024-04-15T07:01:56.106" v="1075" actId="20577"/>
        <pc:sldMkLst>
          <pc:docMk/>
          <pc:sldMk cId="998156018" sldId="574"/>
        </pc:sldMkLst>
        <pc:spChg chg="mod">
          <ac:chgData name="Brahim BENSAOU" userId="1d87486b-509b-4626-951d-46f482bcf98c" providerId="ADAL" clId="{699EF0FE-F960-A04E-89F3-8805A646EDC7}" dt="2024-04-15T07:01:06.186" v="1058" actId="20577"/>
          <ac:spMkLst>
            <pc:docMk/>
            <pc:sldMk cId="998156018" sldId="574"/>
            <ac:spMk id="3" creationId="{D38EA0CF-5F2E-CE36-4D78-DDEDB1FF8A14}"/>
          </ac:spMkLst>
        </pc:spChg>
        <pc:spChg chg="mod">
          <ac:chgData name="Brahim BENSAOU" userId="1d87486b-509b-4626-951d-46f482bcf98c" providerId="ADAL" clId="{699EF0FE-F960-A04E-89F3-8805A646EDC7}" dt="2024-04-15T07:01:52.010" v="1074" actId="20577"/>
          <ac:spMkLst>
            <pc:docMk/>
            <pc:sldMk cId="998156018" sldId="574"/>
            <ac:spMk id="48" creationId="{00000000-0000-0000-0000-000000000000}"/>
          </ac:spMkLst>
        </pc:spChg>
        <pc:spChg chg="mod">
          <ac:chgData name="Brahim BENSAOU" userId="1d87486b-509b-4626-951d-46f482bcf98c" providerId="ADAL" clId="{699EF0FE-F960-A04E-89F3-8805A646EDC7}" dt="2024-04-15T07:01:56.106" v="1075" actId="20577"/>
          <ac:spMkLst>
            <pc:docMk/>
            <pc:sldMk cId="998156018" sldId="574"/>
            <ac:spMk id="54" creationId="{00000000-0000-0000-0000-000000000000}"/>
          </ac:spMkLst>
        </pc:spChg>
      </pc:sldChg>
      <pc:sldChg chg="modSp mod">
        <pc:chgData name="Brahim BENSAOU" userId="1d87486b-509b-4626-951d-46f482bcf98c" providerId="ADAL" clId="{699EF0FE-F960-A04E-89F3-8805A646EDC7}" dt="2024-04-15T07:04:04.658" v="1080" actId="14100"/>
        <pc:sldMkLst>
          <pc:docMk/>
          <pc:sldMk cId="3457538021" sldId="575"/>
        </pc:sldMkLst>
        <pc:spChg chg="mod">
          <ac:chgData name="Brahim BENSAOU" userId="1d87486b-509b-4626-951d-46f482bcf98c" providerId="ADAL" clId="{699EF0FE-F960-A04E-89F3-8805A646EDC7}" dt="2024-04-15T07:04:04.658" v="1080" actId="14100"/>
          <ac:spMkLst>
            <pc:docMk/>
            <pc:sldMk cId="3457538021" sldId="575"/>
            <ac:spMk id="40" creationId="{00000000-0000-0000-0000-000000000000}"/>
          </ac:spMkLst>
        </pc:spChg>
      </pc:sldChg>
    </pc:docChg>
  </pc:docChgLst>
  <pc:docChgLst>
    <pc:chgData name="Brahim BENSAOU" userId="1d87486b-509b-4626-951d-46f482bcf98c" providerId="ADAL" clId="{0388B50F-B90B-9D46-843F-25EF5E51D4E8}"/>
    <pc:docChg chg="modSld">
      <pc:chgData name="Brahim BENSAOU" userId="1d87486b-509b-4626-951d-46f482bcf98c" providerId="ADAL" clId="{0388B50F-B90B-9D46-843F-25EF5E51D4E8}" dt="2023-04-03T03:49:19.403" v="5" actId="20577"/>
      <pc:docMkLst>
        <pc:docMk/>
      </pc:docMkLst>
      <pc:sldChg chg="modSp mod">
        <pc:chgData name="Brahim BENSAOU" userId="1d87486b-509b-4626-951d-46f482bcf98c" providerId="ADAL" clId="{0388B50F-B90B-9D46-843F-25EF5E51D4E8}" dt="2023-04-03T03:44:35.140" v="1" actId="14100"/>
        <pc:sldMkLst>
          <pc:docMk/>
          <pc:sldMk cId="641213212" sldId="550"/>
        </pc:sldMkLst>
        <pc:cxnChg chg="mod">
          <ac:chgData name="Brahim BENSAOU" userId="1d87486b-509b-4626-951d-46f482bcf98c" providerId="ADAL" clId="{0388B50F-B90B-9D46-843F-25EF5E51D4E8}" dt="2023-04-03T03:44:35.140" v="1" actId="14100"/>
          <ac:cxnSpMkLst>
            <pc:docMk/>
            <pc:sldMk cId="641213212" sldId="550"/>
            <ac:cxnSpMk id="24" creationId="{6DC0C940-7CAE-5801-A71E-5208C7D06BE5}"/>
          </ac:cxnSpMkLst>
        </pc:cxnChg>
        <pc:cxnChg chg="mod">
          <ac:chgData name="Brahim BENSAOU" userId="1d87486b-509b-4626-951d-46f482bcf98c" providerId="ADAL" clId="{0388B50F-B90B-9D46-843F-25EF5E51D4E8}" dt="2023-04-03T03:44:31.917" v="0" actId="14100"/>
          <ac:cxnSpMkLst>
            <pc:docMk/>
            <pc:sldMk cId="641213212" sldId="550"/>
            <ac:cxnSpMk id="25" creationId="{1A55AFCD-28BB-D5F7-3F1E-307C8739EA8C}"/>
          </ac:cxnSpMkLst>
        </pc:cxnChg>
      </pc:sldChg>
      <pc:sldChg chg="modSp mod">
        <pc:chgData name="Brahim BENSAOU" userId="1d87486b-509b-4626-951d-46f482bcf98c" providerId="ADAL" clId="{0388B50F-B90B-9D46-843F-25EF5E51D4E8}" dt="2023-04-03T03:49:19.403" v="5" actId="20577"/>
        <pc:sldMkLst>
          <pc:docMk/>
          <pc:sldMk cId="2139213725" sldId="566"/>
        </pc:sldMkLst>
        <pc:spChg chg="mod">
          <ac:chgData name="Brahim BENSAOU" userId="1d87486b-509b-4626-951d-46f482bcf98c" providerId="ADAL" clId="{0388B50F-B90B-9D46-843F-25EF5E51D4E8}" dt="2023-04-03T03:49:19.403" v="5" actId="20577"/>
          <ac:spMkLst>
            <pc:docMk/>
            <pc:sldMk cId="2139213725" sldId="566"/>
            <ac:spMk id="3" creationId="{D38EA0CF-5F2E-CE36-4D78-DDEDB1FF8A14}"/>
          </ac:spMkLst>
        </pc:spChg>
      </pc:sldChg>
    </pc:docChg>
  </pc:docChgLst>
  <pc:docChgLst>
    <pc:chgData clId="Web-{332874CF-983A-B60B-04B2-9A5B95579FE8}"/>
    <pc:docChg chg="modSld">
      <pc:chgData name="" userId="" providerId="" clId="Web-{332874CF-983A-B60B-04B2-9A5B95579FE8}" dt="2024-04-15T12:54:55.924" v="4" actId="20577"/>
      <pc:docMkLst>
        <pc:docMk/>
      </pc:docMkLst>
      <pc:sldChg chg="modSp">
        <pc:chgData name="" userId="" providerId="" clId="Web-{332874CF-983A-B60B-04B2-9A5B95579FE8}" dt="2024-04-15T12:54:55.924" v="4" actId="20577"/>
        <pc:sldMkLst>
          <pc:docMk/>
          <pc:sldMk cId="4256617544" sldId="256"/>
        </pc:sldMkLst>
        <pc:spChg chg="mod">
          <ac:chgData name="" userId="" providerId="" clId="Web-{332874CF-983A-B60B-04B2-9A5B95579FE8}" dt="2024-04-15T12:54:55.924" v="4" actId="20577"/>
          <ac:spMkLst>
            <pc:docMk/>
            <pc:sldMk cId="4256617544" sldId="256"/>
            <ac:spMk id="3" creationId="{BD518A67-42A6-4A0E-9C5E-EEE3A2996BE4}"/>
          </ac:spMkLst>
        </pc:spChg>
      </pc:sldChg>
    </pc:docChg>
  </pc:docChgLst>
  <pc:docChgLst>
    <pc:chgData name="Hua KANG" userId="S::hkangae_connect.ust.hk#ext#@gohkust.onmicrosoft.com::080b2b0f-bfa5-412b-9ab7-c340c7976c92" providerId="AD" clId="Web-{B57E6B33-B705-F117-2776-702360314440}"/>
    <pc:docChg chg="modSld">
      <pc:chgData name="Hua KANG" userId="S::hkangae_connect.ust.hk#ext#@gohkust.onmicrosoft.com::080b2b0f-bfa5-412b-9ab7-c340c7976c92" providerId="AD" clId="Web-{B57E6B33-B705-F117-2776-702360314440}" dt="2022-02-27T16:17:59.358" v="48" actId="20577"/>
      <pc:docMkLst>
        <pc:docMk/>
      </pc:docMkLst>
      <pc:sldChg chg="modSp">
        <pc:chgData name="Hua KANG" userId="S::hkangae_connect.ust.hk#ext#@gohkust.onmicrosoft.com::080b2b0f-bfa5-412b-9ab7-c340c7976c92" providerId="AD" clId="Web-{B57E6B33-B705-F117-2776-702360314440}" dt="2022-02-27T15:38:21.166" v="46" actId="1076"/>
        <pc:sldMkLst>
          <pc:docMk/>
          <pc:sldMk cId="4240586518" sldId="274"/>
        </pc:sldMkLst>
        <pc:picChg chg="mod">
          <ac:chgData name="Hua KANG" userId="S::hkangae_connect.ust.hk#ext#@gohkust.onmicrosoft.com::080b2b0f-bfa5-412b-9ab7-c340c7976c92" providerId="AD" clId="Web-{B57E6B33-B705-F117-2776-702360314440}" dt="2022-02-27T15:38:21.166" v="46" actId="1076"/>
          <ac:picMkLst>
            <pc:docMk/>
            <pc:sldMk cId="4240586518" sldId="274"/>
            <ac:picMk id="44041" creationId="{65BA4C1E-DDA7-4C48-B28F-1CB863AAAFFC}"/>
          </ac:picMkLst>
        </pc:picChg>
      </pc:sldChg>
      <pc:sldChg chg="modSp">
        <pc:chgData name="Hua KANG" userId="S::hkangae_connect.ust.hk#ext#@gohkust.onmicrosoft.com::080b2b0f-bfa5-412b-9ab7-c340c7976c92" providerId="AD" clId="Web-{B57E6B33-B705-F117-2776-702360314440}" dt="2022-02-27T15:36:46.383" v="40" actId="20577"/>
        <pc:sldMkLst>
          <pc:docMk/>
          <pc:sldMk cId="0" sldId="310"/>
        </pc:sldMkLst>
        <pc:spChg chg="mod">
          <ac:chgData name="Hua KANG" userId="S::hkangae_connect.ust.hk#ext#@gohkust.onmicrosoft.com::080b2b0f-bfa5-412b-9ab7-c340c7976c92" providerId="AD" clId="Web-{B57E6B33-B705-F117-2776-702360314440}" dt="2022-02-27T15:36:46.383" v="40" actId="20577"/>
          <ac:spMkLst>
            <pc:docMk/>
            <pc:sldMk cId="0" sldId="310"/>
            <ac:spMk id="19463" creationId="{B76085F5-319A-4782-B138-B70B3BD003CB}"/>
          </ac:spMkLst>
        </pc:spChg>
      </pc:sldChg>
      <pc:sldChg chg="modSp">
        <pc:chgData name="Hua KANG" userId="S::hkangae_connect.ust.hk#ext#@gohkust.onmicrosoft.com::080b2b0f-bfa5-412b-9ab7-c340c7976c92" providerId="AD" clId="Web-{B57E6B33-B705-F117-2776-702360314440}" dt="2022-02-27T15:37:58.088" v="43" actId="20577"/>
        <pc:sldMkLst>
          <pc:docMk/>
          <pc:sldMk cId="0" sldId="522"/>
        </pc:sldMkLst>
        <pc:spChg chg="mod">
          <ac:chgData name="Hua KANG" userId="S::hkangae_connect.ust.hk#ext#@gohkust.onmicrosoft.com::080b2b0f-bfa5-412b-9ab7-c340c7976c92" providerId="AD" clId="Web-{B57E6B33-B705-F117-2776-702360314440}" dt="2022-02-27T15:37:58.088" v="43" actId="20577"/>
          <ac:spMkLst>
            <pc:docMk/>
            <pc:sldMk cId="0" sldId="522"/>
            <ac:spMk id="49155" creationId="{FF21CDCE-5938-4487-A892-43DB3FD50150}"/>
          </ac:spMkLst>
        </pc:spChg>
      </pc:sldChg>
      <pc:sldChg chg="addSp delSp modSp">
        <pc:chgData name="Hua KANG" userId="S::hkangae_connect.ust.hk#ext#@gohkust.onmicrosoft.com::080b2b0f-bfa5-412b-9ab7-c340c7976c92" providerId="AD" clId="Web-{B57E6B33-B705-F117-2776-702360314440}" dt="2022-02-27T16:17:59.358" v="48" actId="20577"/>
        <pc:sldMkLst>
          <pc:docMk/>
          <pc:sldMk cId="1249335336" sldId="524"/>
        </pc:sldMkLst>
        <pc:spChg chg="mod">
          <ac:chgData name="Hua KANG" userId="S::hkangae_connect.ust.hk#ext#@gohkust.onmicrosoft.com::080b2b0f-bfa5-412b-9ab7-c340c7976c92" providerId="AD" clId="Web-{B57E6B33-B705-F117-2776-702360314440}" dt="2022-02-27T16:17:59.358" v="48" actId="20577"/>
          <ac:spMkLst>
            <pc:docMk/>
            <pc:sldMk cId="1249335336" sldId="524"/>
            <ac:spMk id="5" creationId="{29A2FF9E-8A14-4FC3-A2F0-D4AC38241FD7}"/>
          </ac:spMkLst>
        </pc:spChg>
        <pc:spChg chg="mod">
          <ac:chgData name="Hua KANG" userId="S::hkangae_connect.ust.hk#ext#@gohkust.onmicrosoft.com::080b2b0f-bfa5-412b-9ab7-c340c7976c92" providerId="AD" clId="Web-{B57E6B33-B705-F117-2776-702360314440}" dt="2022-02-27T15:36:17.180" v="15" actId="20577"/>
          <ac:spMkLst>
            <pc:docMk/>
            <pc:sldMk cId="1249335336" sldId="524"/>
            <ac:spMk id="6" creationId="{3E9758B2-F328-41E1-80DF-A870A46BF6C3}"/>
          </ac:spMkLst>
        </pc:spChg>
        <pc:spChg chg="mod">
          <ac:chgData name="Hua KANG" userId="S::hkangae_connect.ust.hk#ext#@gohkust.onmicrosoft.com::080b2b0f-bfa5-412b-9ab7-c340c7976c92" providerId="AD" clId="Web-{B57E6B33-B705-F117-2776-702360314440}" dt="2022-02-27T15:34:08.396" v="9" actId="20577"/>
          <ac:spMkLst>
            <pc:docMk/>
            <pc:sldMk cId="1249335336" sldId="524"/>
            <ac:spMk id="7" creationId="{F80BAC72-9BC2-483F-8CCD-CADEB9FD79F4}"/>
          </ac:spMkLst>
        </pc:spChg>
        <pc:spChg chg="mod">
          <ac:chgData name="Hua KANG" userId="S::hkangae_connect.ust.hk#ext#@gohkust.onmicrosoft.com::080b2b0f-bfa5-412b-9ab7-c340c7976c92" providerId="AD" clId="Web-{B57E6B33-B705-F117-2776-702360314440}" dt="2022-02-27T15:35:14.491" v="13" actId="20577"/>
          <ac:spMkLst>
            <pc:docMk/>
            <pc:sldMk cId="1249335336" sldId="524"/>
            <ac:spMk id="8" creationId="{7D4A5EF2-D1A9-4D83-8953-D6C4D653B3D2}"/>
          </ac:spMkLst>
        </pc:spChg>
        <pc:spChg chg="add del mod">
          <ac:chgData name="Hua KANG" userId="S::hkangae_connect.ust.hk#ext#@gohkust.onmicrosoft.com::080b2b0f-bfa5-412b-9ab7-c340c7976c92" providerId="AD" clId="Web-{B57E6B33-B705-F117-2776-702360314440}" dt="2022-02-27T15:34:02.177" v="7"/>
          <ac:spMkLst>
            <pc:docMk/>
            <pc:sldMk cId="1249335336" sldId="524"/>
            <ac:spMk id="9" creationId="{DD6929FD-723E-44CB-AF83-E0B0EB204243}"/>
          </ac:spMkLst>
        </pc:spChg>
      </pc:sldChg>
    </pc:docChg>
  </pc:docChgLst>
  <pc:docChgLst>
    <pc:chgData name="Hua KANG" userId="07cf1c2e-cc01-4320-8b8f-290ee99718c8" providerId="ADAL" clId="{0FB89143-B625-44EC-98BF-C3845DE6C895}"/>
    <pc:docChg chg="undo redo custSel addSld delSld modSld">
      <pc:chgData name="Hua KANG" userId="07cf1c2e-cc01-4320-8b8f-290ee99718c8" providerId="ADAL" clId="{0FB89143-B625-44EC-98BF-C3845DE6C895}" dt="2022-03-01T06:46:43.289" v="2509" actId="20577"/>
      <pc:docMkLst>
        <pc:docMk/>
      </pc:docMkLst>
      <pc:sldChg chg="modSp mod">
        <pc:chgData name="Hua KANG" userId="07cf1c2e-cc01-4320-8b8f-290ee99718c8" providerId="ADAL" clId="{0FB89143-B625-44EC-98BF-C3845DE6C895}" dt="2022-02-28T07:28:22.671" v="2045" actId="2711"/>
        <pc:sldMkLst>
          <pc:docMk/>
          <pc:sldMk cId="4256617544" sldId="256"/>
        </pc:sldMkLst>
        <pc:spChg chg="mod">
          <ac:chgData name="Hua KANG" userId="07cf1c2e-cc01-4320-8b8f-290ee99718c8" providerId="ADAL" clId="{0FB89143-B625-44EC-98BF-C3845DE6C895}" dt="2022-02-28T07:28:22.671" v="2045" actId="2711"/>
          <ac:spMkLst>
            <pc:docMk/>
            <pc:sldMk cId="4256617544" sldId="256"/>
            <ac:spMk id="2" creationId="{E268113E-0240-48F3-ABC3-E10F111F1777}"/>
          </ac:spMkLst>
        </pc:spChg>
        <pc:spChg chg="mod">
          <ac:chgData name="Hua KANG" userId="07cf1c2e-cc01-4320-8b8f-290ee99718c8" providerId="ADAL" clId="{0FB89143-B625-44EC-98BF-C3845DE6C895}" dt="2022-02-28T07:28:22.671" v="2045" actId="2711"/>
          <ac:spMkLst>
            <pc:docMk/>
            <pc:sldMk cId="4256617544" sldId="256"/>
            <ac:spMk id="3" creationId="{BD518A67-42A6-4A0E-9C5E-EEE3A2996BE4}"/>
          </ac:spMkLst>
        </pc:spChg>
        <pc:spChg chg="mod">
          <ac:chgData name="Hua KANG" userId="07cf1c2e-cc01-4320-8b8f-290ee99718c8" providerId="ADAL" clId="{0FB89143-B625-44EC-98BF-C3845DE6C895}" dt="2022-02-28T07:28:22.671" v="2045" actId="2711"/>
          <ac:spMkLst>
            <pc:docMk/>
            <pc:sldMk cId="4256617544" sldId="256"/>
            <ac:spMk id="4" creationId="{0EBEF46A-A1AA-43B4-ACB3-04F5C8BC635F}"/>
          </ac:spMkLst>
        </pc:spChg>
      </pc:sldChg>
      <pc:sldChg chg="addSp delSp modSp mod">
        <pc:chgData name="Hua KANG" userId="07cf1c2e-cc01-4320-8b8f-290ee99718c8" providerId="ADAL" clId="{0FB89143-B625-44EC-98BF-C3845DE6C895}" dt="2022-03-01T06:46:43.289" v="2509" actId="20577"/>
        <pc:sldMkLst>
          <pc:docMk/>
          <pc:sldMk cId="2099701884" sldId="264"/>
        </pc:sldMkLst>
        <pc:spChg chg="mod">
          <ac:chgData name="Hua KANG" userId="07cf1c2e-cc01-4320-8b8f-290ee99718c8" providerId="ADAL" clId="{0FB89143-B625-44EC-98BF-C3845DE6C895}" dt="2022-02-27T08:57:14.211" v="1777" actId="1076"/>
          <ac:spMkLst>
            <pc:docMk/>
            <pc:sldMk cId="2099701884" sldId="264"/>
            <ac:spMk id="13" creationId="{77D84CA1-F4FB-48BE-8526-3100D7155736}"/>
          </ac:spMkLst>
        </pc:spChg>
        <pc:spChg chg="mod">
          <ac:chgData name="Hua KANG" userId="07cf1c2e-cc01-4320-8b8f-290ee99718c8" providerId="ADAL" clId="{0FB89143-B625-44EC-98BF-C3845DE6C895}" dt="2022-02-27T08:57:23.515" v="1779" actId="1076"/>
          <ac:spMkLst>
            <pc:docMk/>
            <pc:sldMk cId="2099701884" sldId="264"/>
            <ac:spMk id="14" creationId="{C2EC190C-8018-4FF1-B853-375F53B6DE9A}"/>
          </ac:spMkLst>
        </pc:spChg>
        <pc:spChg chg="mod">
          <ac:chgData name="Hua KANG" userId="07cf1c2e-cc01-4320-8b8f-290ee99718c8" providerId="ADAL" clId="{0FB89143-B625-44EC-98BF-C3845DE6C895}" dt="2022-02-27T08:57:32.166" v="1781" actId="1076"/>
          <ac:spMkLst>
            <pc:docMk/>
            <pc:sldMk cId="2099701884" sldId="264"/>
            <ac:spMk id="15" creationId="{0C67853A-C912-415A-9F6F-634FEC6902EF}"/>
          </ac:spMkLst>
        </pc:spChg>
        <pc:spChg chg="add del">
          <ac:chgData name="Hua KANG" userId="07cf1c2e-cc01-4320-8b8f-290ee99718c8" providerId="ADAL" clId="{0FB89143-B625-44EC-98BF-C3845DE6C895}" dt="2022-02-27T08:55:56.795" v="1741" actId="22"/>
          <ac:spMkLst>
            <pc:docMk/>
            <pc:sldMk cId="2099701884" sldId="264"/>
            <ac:spMk id="16" creationId="{39AFFD38-6874-4EAE-ABAC-0AB3C74BE95F}"/>
          </ac:spMkLst>
        </pc:spChg>
        <pc:spChg chg="add mod">
          <ac:chgData name="Hua KANG" userId="07cf1c2e-cc01-4320-8b8f-290ee99718c8" providerId="ADAL" clId="{0FB89143-B625-44EC-98BF-C3845DE6C895}" dt="2022-02-27T08:57:35.083" v="1782" actId="1076"/>
          <ac:spMkLst>
            <pc:docMk/>
            <pc:sldMk cId="2099701884" sldId="264"/>
            <ac:spMk id="17" creationId="{B724CA77-4483-49EF-B50A-5D30E7ACDB1A}"/>
          </ac:spMkLst>
        </pc:spChg>
        <pc:spChg chg="mod">
          <ac:chgData name="Hua KANG" userId="07cf1c2e-cc01-4320-8b8f-290ee99718c8" providerId="ADAL" clId="{0FB89143-B625-44EC-98BF-C3845DE6C895}" dt="2022-02-27T08:57:28.017" v="1780" actId="1076"/>
          <ac:spMkLst>
            <pc:docMk/>
            <pc:sldMk cId="2099701884" sldId="264"/>
            <ac:spMk id="19" creationId="{D2E3E0E2-3519-48F5-A115-D5D19B637F72}"/>
          </ac:spMkLst>
        </pc:spChg>
        <pc:spChg chg="mod">
          <ac:chgData name="Hua KANG" userId="07cf1c2e-cc01-4320-8b8f-290ee99718c8" providerId="ADAL" clId="{0FB89143-B625-44EC-98BF-C3845DE6C895}" dt="2022-03-01T06:46:43.289" v="2509" actId="20577"/>
          <ac:spMkLst>
            <pc:docMk/>
            <pc:sldMk cId="2099701884" sldId="264"/>
            <ac:spMk id="27654" creationId="{89593912-F29F-414B-8414-30F35B79A4EE}"/>
          </ac:spMkLst>
        </pc:spChg>
        <pc:spChg chg="mod">
          <ac:chgData name="Hua KANG" userId="07cf1c2e-cc01-4320-8b8f-290ee99718c8" providerId="ADAL" clId="{0FB89143-B625-44EC-98BF-C3845DE6C895}" dt="2022-02-27T08:57:16.803" v="1778" actId="1076"/>
          <ac:spMkLst>
            <pc:docMk/>
            <pc:sldMk cId="2099701884" sldId="264"/>
            <ac:spMk id="27655" creationId="{754439E1-4631-49DF-98D4-13655AF567DB}"/>
          </ac:spMkLst>
        </pc:spChg>
        <pc:picChg chg="del">
          <ac:chgData name="Hua KANG" userId="07cf1c2e-cc01-4320-8b8f-290ee99718c8" providerId="ADAL" clId="{0FB89143-B625-44EC-98BF-C3845DE6C895}" dt="2022-02-27T08:56:49.606" v="1771" actId="478"/>
          <ac:picMkLst>
            <pc:docMk/>
            <pc:sldMk cId="2099701884" sldId="264"/>
            <ac:picMk id="4" creationId="{A2C0DD2A-25B7-4646-81C4-9457B442DE64}"/>
          </ac:picMkLst>
        </pc:picChg>
      </pc:sldChg>
      <pc:sldChg chg="modSp mod">
        <pc:chgData name="Hua KANG" userId="07cf1c2e-cc01-4320-8b8f-290ee99718c8" providerId="ADAL" clId="{0FB89143-B625-44EC-98BF-C3845DE6C895}" dt="2022-02-28T07:28:28.079" v="2046" actId="2711"/>
        <pc:sldMkLst>
          <pc:docMk/>
          <pc:sldMk cId="2905501274" sldId="265"/>
        </pc:sldMkLst>
        <pc:spChg chg="mod">
          <ac:chgData name="Hua KANG" userId="07cf1c2e-cc01-4320-8b8f-290ee99718c8" providerId="ADAL" clId="{0FB89143-B625-44EC-98BF-C3845DE6C895}" dt="2022-02-28T07:28:28.079" v="2046" actId="2711"/>
          <ac:spMkLst>
            <pc:docMk/>
            <pc:sldMk cId="2905501274" sldId="265"/>
            <ac:spMk id="2" creationId="{BABE8792-2154-4AC7-988C-4687B0B4B407}"/>
          </ac:spMkLst>
        </pc:spChg>
        <pc:spChg chg="mod">
          <ac:chgData name="Hua KANG" userId="07cf1c2e-cc01-4320-8b8f-290ee99718c8" providerId="ADAL" clId="{0FB89143-B625-44EC-98BF-C3845DE6C895}" dt="2022-02-28T07:28:28.079" v="2046" actId="2711"/>
          <ac:spMkLst>
            <pc:docMk/>
            <pc:sldMk cId="2905501274" sldId="265"/>
            <ac:spMk id="3" creationId="{F13165BB-657E-4F16-BDCC-27FBE8927608}"/>
          </ac:spMkLst>
        </pc:spChg>
      </pc:sldChg>
      <pc:sldChg chg="modSp mod">
        <pc:chgData name="Hua KANG" userId="07cf1c2e-cc01-4320-8b8f-290ee99718c8" providerId="ADAL" clId="{0FB89143-B625-44EC-98BF-C3845DE6C895}" dt="2022-02-28T07:28:32.557" v="2047" actId="2711"/>
        <pc:sldMkLst>
          <pc:docMk/>
          <pc:sldMk cId="4240817924" sldId="266"/>
        </pc:sldMkLst>
        <pc:spChg chg="mod">
          <ac:chgData name="Hua KANG" userId="07cf1c2e-cc01-4320-8b8f-290ee99718c8" providerId="ADAL" clId="{0FB89143-B625-44EC-98BF-C3845DE6C895}" dt="2022-02-28T07:28:32.557" v="2047" actId="2711"/>
          <ac:spMkLst>
            <pc:docMk/>
            <pc:sldMk cId="4240817924" sldId="266"/>
            <ac:spMk id="2" creationId="{EAC9B4A5-02F6-4818-B604-844DA9F256E9}"/>
          </ac:spMkLst>
        </pc:spChg>
        <pc:spChg chg="mod">
          <ac:chgData name="Hua KANG" userId="07cf1c2e-cc01-4320-8b8f-290ee99718c8" providerId="ADAL" clId="{0FB89143-B625-44EC-98BF-C3845DE6C895}" dt="2022-02-28T07:28:32.557" v="2047" actId="2711"/>
          <ac:spMkLst>
            <pc:docMk/>
            <pc:sldMk cId="4240817924" sldId="266"/>
            <ac:spMk id="6" creationId="{9A5F9D49-7D0F-44FF-960A-59A250284651}"/>
          </ac:spMkLst>
        </pc:spChg>
      </pc:sldChg>
      <pc:sldChg chg="modSp mod">
        <pc:chgData name="Hua KANG" userId="07cf1c2e-cc01-4320-8b8f-290ee99718c8" providerId="ADAL" clId="{0FB89143-B625-44EC-98BF-C3845DE6C895}" dt="2022-02-28T07:28:37.629" v="2048" actId="2711"/>
        <pc:sldMkLst>
          <pc:docMk/>
          <pc:sldMk cId="2192438696" sldId="267"/>
        </pc:sldMkLst>
        <pc:spChg chg="mod">
          <ac:chgData name="Hua KANG" userId="07cf1c2e-cc01-4320-8b8f-290ee99718c8" providerId="ADAL" clId="{0FB89143-B625-44EC-98BF-C3845DE6C895}" dt="2022-02-28T07:28:37.629" v="2048" actId="2711"/>
          <ac:spMkLst>
            <pc:docMk/>
            <pc:sldMk cId="2192438696" sldId="267"/>
            <ac:spMk id="2" creationId="{2B1F811F-914D-466C-A57C-4479816FB68F}"/>
          </ac:spMkLst>
        </pc:spChg>
        <pc:spChg chg="mod">
          <ac:chgData name="Hua KANG" userId="07cf1c2e-cc01-4320-8b8f-290ee99718c8" providerId="ADAL" clId="{0FB89143-B625-44EC-98BF-C3845DE6C895}" dt="2022-02-28T07:28:37.629" v="2048" actId="2711"/>
          <ac:spMkLst>
            <pc:docMk/>
            <pc:sldMk cId="2192438696" sldId="267"/>
            <ac:spMk id="3" creationId="{2B7DF82E-D19E-45F4-AEC0-C4152B03FCA3}"/>
          </ac:spMkLst>
        </pc:spChg>
        <pc:spChg chg="mod">
          <ac:chgData name="Hua KANG" userId="07cf1c2e-cc01-4320-8b8f-290ee99718c8" providerId="ADAL" clId="{0FB89143-B625-44EC-98BF-C3845DE6C895}" dt="2022-02-28T07:28:37.629" v="2048" actId="2711"/>
          <ac:spMkLst>
            <pc:docMk/>
            <pc:sldMk cId="2192438696" sldId="267"/>
            <ac:spMk id="6" creationId="{3C580914-795B-4049-AEFB-0D1F36FA783A}"/>
          </ac:spMkLst>
        </pc:spChg>
      </pc:sldChg>
      <pc:sldChg chg="modSp mod">
        <pc:chgData name="Hua KANG" userId="07cf1c2e-cc01-4320-8b8f-290ee99718c8" providerId="ADAL" clId="{0FB89143-B625-44EC-98BF-C3845DE6C895}" dt="2022-02-28T07:28:43.212" v="2049" actId="2711"/>
        <pc:sldMkLst>
          <pc:docMk/>
          <pc:sldMk cId="3547343274" sldId="268"/>
        </pc:sldMkLst>
        <pc:spChg chg="mod">
          <ac:chgData name="Hua KANG" userId="07cf1c2e-cc01-4320-8b8f-290ee99718c8" providerId="ADAL" clId="{0FB89143-B625-44EC-98BF-C3845DE6C895}" dt="2022-02-28T07:28:43.212" v="2049" actId="2711"/>
          <ac:spMkLst>
            <pc:docMk/>
            <pc:sldMk cId="3547343274" sldId="268"/>
            <ac:spMk id="2" creationId="{CBADD0B7-F0BB-47BA-9D0B-EBD7091E5EBE}"/>
          </ac:spMkLst>
        </pc:spChg>
        <pc:spChg chg="mod">
          <ac:chgData name="Hua KANG" userId="07cf1c2e-cc01-4320-8b8f-290ee99718c8" providerId="ADAL" clId="{0FB89143-B625-44EC-98BF-C3845DE6C895}" dt="2022-02-28T07:28:43.212" v="2049" actId="2711"/>
          <ac:spMkLst>
            <pc:docMk/>
            <pc:sldMk cId="3547343274" sldId="268"/>
            <ac:spMk id="3" creationId="{4E6D5ADD-85DD-4754-B3AC-D045BACBCEFB}"/>
          </ac:spMkLst>
        </pc:spChg>
        <pc:spChg chg="mod">
          <ac:chgData name="Hua KANG" userId="07cf1c2e-cc01-4320-8b8f-290ee99718c8" providerId="ADAL" clId="{0FB89143-B625-44EC-98BF-C3845DE6C895}" dt="2022-02-28T07:28:43.212" v="2049" actId="2711"/>
          <ac:spMkLst>
            <pc:docMk/>
            <pc:sldMk cId="3547343274" sldId="268"/>
            <ac:spMk id="6" creationId="{5034BB5F-914E-47E9-9134-AF52D773EFAE}"/>
          </ac:spMkLst>
        </pc:spChg>
      </pc:sldChg>
      <pc:sldChg chg="modSp mod">
        <pc:chgData name="Hua KANG" userId="07cf1c2e-cc01-4320-8b8f-290ee99718c8" providerId="ADAL" clId="{0FB89143-B625-44EC-98BF-C3845DE6C895}" dt="2022-02-28T07:28:49.637" v="2050" actId="2711"/>
        <pc:sldMkLst>
          <pc:docMk/>
          <pc:sldMk cId="153320971" sldId="269"/>
        </pc:sldMkLst>
        <pc:spChg chg="mod">
          <ac:chgData name="Hua KANG" userId="07cf1c2e-cc01-4320-8b8f-290ee99718c8" providerId="ADAL" clId="{0FB89143-B625-44EC-98BF-C3845DE6C895}" dt="2022-02-28T07:28:49.637" v="2050" actId="2711"/>
          <ac:spMkLst>
            <pc:docMk/>
            <pc:sldMk cId="153320971" sldId="269"/>
            <ac:spMk id="2" creationId="{8D68ECB8-FA58-448D-9462-88C395214516}"/>
          </ac:spMkLst>
        </pc:spChg>
        <pc:spChg chg="mod">
          <ac:chgData name="Hua KANG" userId="07cf1c2e-cc01-4320-8b8f-290ee99718c8" providerId="ADAL" clId="{0FB89143-B625-44EC-98BF-C3845DE6C895}" dt="2022-02-28T07:28:49.637" v="2050" actId="2711"/>
          <ac:spMkLst>
            <pc:docMk/>
            <pc:sldMk cId="153320971" sldId="269"/>
            <ac:spMk id="3" creationId="{7DF5323D-0748-40AE-BA24-6180EDC946E5}"/>
          </ac:spMkLst>
        </pc:spChg>
        <pc:spChg chg="mod">
          <ac:chgData name="Hua KANG" userId="07cf1c2e-cc01-4320-8b8f-290ee99718c8" providerId="ADAL" clId="{0FB89143-B625-44EC-98BF-C3845DE6C895}" dt="2022-02-28T07:28:49.637" v="2050" actId="2711"/>
          <ac:spMkLst>
            <pc:docMk/>
            <pc:sldMk cId="153320971" sldId="269"/>
            <ac:spMk id="6" creationId="{B98CDCBA-1E30-460F-BE97-A9034A187D41}"/>
          </ac:spMkLst>
        </pc:spChg>
      </pc:sldChg>
      <pc:sldChg chg="addSp delSp modSp mod">
        <pc:chgData name="Hua KANG" userId="07cf1c2e-cc01-4320-8b8f-290ee99718c8" providerId="ADAL" clId="{0FB89143-B625-44EC-98BF-C3845DE6C895}" dt="2022-02-28T07:28:55.310" v="2051" actId="2711"/>
        <pc:sldMkLst>
          <pc:docMk/>
          <pc:sldMk cId="1492883793" sldId="270"/>
        </pc:sldMkLst>
        <pc:spChg chg="mod">
          <ac:chgData name="Hua KANG" userId="07cf1c2e-cc01-4320-8b8f-290ee99718c8" providerId="ADAL" clId="{0FB89143-B625-44EC-98BF-C3845DE6C895}" dt="2022-02-28T07:28:55.310" v="2051" actId="2711"/>
          <ac:spMkLst>
            <pc:docMk/>
            <pc:sldMk cId="1492883793" sldId="270"/>
            <ac:spMk id="2" creationId="{2858B6DE-FA2F-41B5-B8E1-20AD98ED4A28}"/>
          </ac:spMkLst>
        </pc:spChg>
        <pc:spChg chg="add del mod">
          <ac:chgData name="Hua KANG" userId="07cf1c2e-cc01-4320-8b8f-290ee99718c8" providerId="ADAL" clId="{0FB89143-B625-44EC-98BF-C3845DE6C895}" dt="2022-02-27T08:22:38.400" v="3"/>
          <ac:spMkLst>
            <pc:docMk/>
            <pc:sldMk cId="1492883793" sldId="270"/>
            <ac:spMk id="3" creationId="{423D97AC-E5C7-4AB1-8079-AB8B850EC7D2}"/>
          </ac:spMkLst>
        </pc:spChg>
        <pc:spChg chg="mod">
          <ac:chgData name="Hua KANG" userId="07cf1c2e-cc01-4320-8b8f-290ee99718c8" providerId="ADAL" clId="{0FB89143-B625-44EC-98BF-C3845DE6C895}" dt="2022-02-28T07:28:55.310" v="2051" actId="2711"/>
          <ac:spMkLst>
            <pc:docMk/>
            <pc:sldMk cId="1492883793" sldId="270"/>
            <ac:spMk id="5" creationId="{C7676C05-12AF-4A2B-9A63-33ED265D8FEC}"/>
          </ac:spMkLst>
        </pc:spChg>
        <pc:spChg chg="mod">
          <ac:chgData name="Hua KANG" userId="07cf1c2e-cc01-4320-8b8f-290ee99718c8" providerId="ADAL" clId="{0FB89143-B625-44EC-98BF-C3845DE6C895}" dt="2022-02-28T07:28:55.310" v="2051" actId="2711"/>
          <ac:spMkLst>
            <pc:docMk/>
            <pc:sldMk cId="1492883793" sldId="270"/>
            <ac:spMk id="6" creationId="{D966BB53-E176-4224-BB15-AD24FDF927ED}"/>
          </ac:spMkLst>
        </pc:spChg>
        <pc:spChg chg="mod">
          <ac:chgData name="Hua KANG" userId="07cf1c2e-cc01-4320-8b8f-290ee99718c8" providerId="ADAL" clId="{0FB89143-B625-44EC-98BF-C3845DE6C895}" dt="2022-02-28T07:28:55.310" v="2051" actId="2711"/>
          <ac:spMkLst>
            <pc:docMk/>
            <pc:sldMk cId="1492883793" sldId="270"/>
            <ac:spMk id="7" creationId="{9E63F4F3-2AB0-481C-B4E9-6944C99107D6}"/>
          </ac:spMkLst>
        </pc:spChg>
        <pc:spChg chg="mod">
          <ac:chgData name="Hua KANG" userId="07cf1c2e-cc01-4320-8b8f-290ee99718c8" providerId="ADAL" clId="{0FB89143-B625-44EC-98BF-C3845DE6C895}" dt="2022-02-28T07:28:55.310" v="2051" actId="2711"/>
          <ac:spMkLst>
            <pc:docMk/>
            <pc:sldMk cId="1492883793" sldId="270"/>
            <ac:spMk id="8" creationId="{357BBA3E-9270-4B04-8A21-75E6E5261CE7}"/>
          </ac:spMkLst>
        </pc:spChg>
        <pc:spChg chg="add mod">
          <ac:chgData name="Hua KANG" userId="07cf1c2e-cc01-4320-8b8f-290ee99718c8" providerId="ADAL" clId="{0FB89143-B625-44EC-98BF-C3845DE6C895}" dt="2022-02-28T07:28:55.310" v="2051" actId="2711"/>
          <ac:spMkLst>
            <pc:docMk/>
            <pc:sldMk cId="1492883793" sldId="270"/>
            <ac:spMk id="10" creationId="{9B7C3A64-7347-4116-8F6E-B2B19A5F352E}"/>
          </ac:spMkLst>
        </pc:spChg>
        <pc:picChg chg="del mod">
          <ac:chgData name="Hua KANG" userId="07cf1c2e-cc01-4320-8b8f-290ee99718c8" providerId="ADAL" clId="{0FB89143-B625-44EC-98BF-C3845DE6C895}" dt="2022-02-27T08:37:24.991" v="852" actId="478"/>
          <ac:picMkLst>
            <pc:docMk/>
            <pc:sldMk cId="1492883793" sldId="270"/>
            <ac:picMk id="4" creationId="{6922580B-4B38-426A-82EF-97ED37A5F9EB}"/>
          </ac:picMkLst>
        </pc:picChg>
        <pc:picChg chg="mod">
          <ac:chgData name="Hua KANG" userId="07cf1c2e-cc01-4320-8b8f-290ee99718c8" providerId="ADAL" clId="{0FB89143-B625-44EC-98BF-C3845DE6C895}" dt="2022-02-28T07:28:55.310" v="2051" actId="2711"/>
          <ac:picMkLst>
            <pc:docMk/>
            <pc:sldMk cId="1492883793" sldId="270"/>
            <ac:picMk id="9" creationId="{562206E4-CF5A-474B-8D6B-EB816B30255F}"/>
          </ac:picMkLst>
        </pc:picChg>
      </pc:sldChg>
      <pc:sldChg chg="modSp">
        <pc:chgData name="Hua KANG" userId="07cf1c2e-cc01-4320-8b8f-290ee99718c8" providerId="ADAL" clId="{0FB89143-B625-44EC-98BF-C3845DE6C895}" dt="2022-02-28T07:29:01.162" v="2052" actId="2711"/>
        <pc:sldMkLst>
          <pc:docMk/>
          <pc:sldMk cId="3231370087" sldId="271"/>
        </pc:sldMkLst>
        <pc:spChg chg="mod">
          <ac:chgData name="Hua KANG" userId="07cf1c2e-cc01-4320-8b8f-290ee99718c8" providerId="ADAL" clId="{0FB89143-B625-44EC-98BF-C3845DE6C895}" dt="2022-02-28T07:29:01.162" v="2052" actId="2711"/>
          <ac:spMkLst>
            <pc:docMk/>
            <pc:sldMk cId="3231370087" sldId="271"/>
            <ac:spMk id="2" creationId="{2858B6DE-FA2F-41B5-B8E1-20AD98ED4A28}"/>
          </ac:spMkLst>
        </pc:spChg>
        <pc:spChg chg="mod">
          <ac:chgData name="Hua KANG" userId="07cf1c2e-cc01-4320-8b8f-290ee99718c8" providerId="ADAL" clId="{0FB89143-B625-44EC-98BF-C3845DE6C895}" dt="2022-02-28T07:29:01.162" v="2052" actId="2711"/>
          <ac:spMkLst>
            <pc:docMk/>
            <pc:sldMk cId="3231370087" sldId="271"/>
            <ac:spMk id="6" creationId="{D966BB53-E176-4224-BB15-AD24FDF927ED}"/>
          </ac:spMkLst>
        </pc:spChg>
        <pc:spChg chg="mod">
          <ac:chgData name="Hua KANG" userId="07cf1c2e-cc01-4320-8b8f-290ee99718c8" providerId="ADAL" clId="{0FB89143-B625-44EC-98BF-C3845DE6C895}" dt="2022-02-28T07:29:01.162" v="2052" actId="2711"/>
          <ac:spMkLst>
            <pc:docMk/>
            <pc:sldMk cId="3231370087" sldId="271"/>
            <ac:spMk id="8" creationId="{357BBA3E-9270-4B04-8A21-75E6E5261CE7}"/>
          </ac:spMkLst>
        </pc:spChg>
        <pc:spChg chg="mod">
          <ac:chgData name="Hua KANG" userId="07cf1c2e-cc01-4320-8b8f-290ee99718c8" providerId="ADAL" clId="{0FB89143-B625-44EC-98BF-C3845DE6C895}" dt="2022-02-28T07:29:01.162" v="2052" actId="2711"/>
          <ac:spMkLst>
            <pc:docMk/>
            <pc:sldMk cId="3231370087" sldId="271"/>
            <ac:spMk id="11" creationId="{70814F37-9C76-41B6-8826-72E53DB43A05}"/>
          </ac:spMkLst>
        </pc:spChg>
        <pc:picChg chg="mod">
          <ac:chgData name="Hua KANG" userId="07cf1c2e-cc01-4320-8b8f-290ee99718c8" providerId="ADAL" clId="{0FB89143-B625-44EC-98BF-C3845DE6C895}" dt="2022-02-28T07:29:01.162" v="2052" actId="2711"/>
          <ac:picMkLst>
            <pc:docMk/>
            <pc:sldMk cId="3231370087" sldId="271"/>
            <ac:picMk id="10" creationId="{665886FF-7A3B-4F9B-8F70-103FD0B0FCF9}"/>
          </ac:picMkLst>
        </pc:picChg>
      </pc:sldChg>
      <pc:sldChg chg="addSp delSp modSp mod">
        <pc:chgData name="Hua KANG" userId="07cf1c2e-cc01-4320-8b8f-290ee99718c8" providerId="ADAL" clId="{0FB89143-B625-44EC-98BF-C3845DE6C895}" dt="2022-02-28T07:29:06.896" v="2053" actId="2711"/>
        <pc:sldMkLst>
          <pc:docMk/>
          <pc:sldMk cId="2588173887" sldId="272"/>
        </pc:sldMkLst>
        <pc:spChg chg="mod">
          <ac:chgData name="Hua KANG" userId="07cf1c2e-cc01-4320-8b8f-290ee99718c8" providerId="ADAL" clId="{0FB89143-B625-44EC-98BF-C3845DE6C895}" dt="2022-02-28T07:29:06.896" v="2053" actId="2711"/>
          <ac:spMkLst>
            <pc:docMk/>
            <pc:sldMk cId="2588173887" sldId="272"/>
            <ac:spMk id="2" creationId="{E6C4B7D1-8BF0-43BC-9005-AA28FDE145AC}"/>
          </ac:spMkLst>
        </pc:spChg>
        <pc:spChg chg="add mod">
          <ac:chgData name="Hua KANG" userId="07cf1c2e-cc01-4320-8b8f-290ee99718c8" providerId="ADAL" clId="{0FB89143-B625-44EC-98BF-C3845DE6C895}" dt="2022-02-28T07:29:06.896" v="2053" actId="2711"/>
          <ac:spMkLst>
            <pc:docMk/>
            <pc:sldMk cId="2588173887" sldId="272"/>
            <ac:spMk id="3" creationId="{1C881D5B-6C51-4409-AAEB-28E3FC2B626E}"/>
          </ac:spMkLst>
        </pc:spChg>
        <pc:spChg chg="mod">
          <ac:chgData name="Hua KANG" userId="07cf1c2e-cc01-4320-8b8f-290ee99718c8" providerId="ADAL" clId="{0FB89143-B625-44EC-98BF-C3845DE6C895}" dt="2022-02-28T07:29:06.896" v="2053" actId="2711"/>
          <ac:spMkLst>
            <pc:docMk/>
            <pc:sldMk cId="2588173887" sldId="272"/>
            <ac:spMk id="4" creationId="{666E2178-2031-477D-BA50-5BE51E7DB847}"/>
          </ac:spMkLst>
        </pc:spChg>
        <pc:spChg chg="mod">
          <ac:chgData name="Hua KANG" userId="07cf1c2e-cc01-4320-8b8f-290ee99718c8" providerId="ADAL" clId="{0FB89143-B625-44EC-98BF-C3845DE6C895}" dt="2022-02-28T07:29:06.896" v="2053" actId="2711"/>
          <ac:spMkLst>
            <pc:docMk/>
            <pc:sldMk cId="2588173887" sldId="272"/>
            <ac:spMk id="5" creationId="{831CB91E-0EA9-4627-BC65-9E3DBAD63334}"/>
          </ac:spMkLst>
        </pc:spChg>
        <pc:spChg chg="mod">
          <ac:chgData name="Hua KANG" userId="07cf1c2e-cc01-4320-8b8f-290ee99718c8" providerId="ADAL" clId="{0FB89143-B625-44EC-98BF-C3845DE6C895}" dt="2022-02-28T07:29:06.896" v="2053" actId="2711"/>
          <ac:spMkLst>
            <pc:docMk/>
            <pc:sldMk cId="2588173887" sldId="272"/>
            <ac:spMk id="6" creationId="{514C1BEE-6800-4ED6-94CF-66549322ABB3}"/>
          </ac:spMkLst>
        </pc:spChg>
        <pc:spChg chg="mod">
          <ac:chgData name="Hua KANG" userId="07cf1c2e-cc01-4320-8b8f-290ee99718c8" providerId="ADAL" clId="{0FB89143-B625-44EC-98BF-C3845DE6C895}" dt="2022-02-28T07:29:06.896" v="2053" actId="2711"/>
          <ac:spMkLst>
            <pc:docMk/>
            <pc:sldMk cId="2588173887" sldId="272"/>
            <ac:spMk id="7" creationId="{C03E7BE0-A3BD-4F43-B9C5-2157F80EB7FB}"/>
          </ac:spMkLst>
        </pc:spChg>
        <pc:spChg chg="mod">
          <ac:chgData name="Hua KANG" userId="07cf1c2e-cc01-4320-8b8f-290ee99718c8" providerId="ADAL" clId="{0FB89143-B625-44EC-98BF-C3845DE6C895}" dt="2022-02-28T07:29:06.896" v="2053" actId="2711"/>
          <ac:spMkLst>
            <pc:docMk/>
            <pc:sldMk cId="2588173887" sldId="272"/>
            <ac:spMk id="8" creationId="{6D99D502-B69F-47E5-815C-CA95892D5344}"/>
          </ac:spMkLst>
        </pc:spChg>
        <pc:spChg chg="add del mod">
          <ac:chgData name="Hua KANG" userId="07cf1c2e-cc01-4320-8b8f-290ee99718c8" providerId="ADAL" clId="{0FB89143-B625-44EC-98BF-C3845DE6C895}" dt="2022-02-27T08:42:45.846" v="945" actId="22"/>
          <ac:spMkLst>
            <pc:docMk/>
            <pc:sldMk cId="2588173887" sldId="272"/>
            <ac:spMk id="11" creationId="{A32A3B21-15D3-43CF-B549-B7E3E3A5A97B}"/>
          </ac:spMkLst>
        </pc:spChg>
        <pc:spChg chg="add del">
          <ac:chgData name="Hua KANG" userId="07cf1c2e-cc01-4320-8b8f-290ee99718c8" providerId="ADAL" clId="{0FB89143-B625-44EC-98BF-C3845DE6C895}" dt="2022-02-27T08:42:51.435" v="949" actId="22"/>
          <ac:spMkLst>
            <pc:docMk/>
            <pc:sldMk cId="2588173887" sldId="272"/>
            <ac:spMk id="13" creationId="{32F3EBD0-24D0-455C-8455-6BB5C61CC3BB}"/>
          </ac:spMkLst>
        </pc:spChg>
        <pc:spChg chg="add del mod">
          <ac:chgData name="Hua KANG" userId="07cf1c2e-cc01-4320-8b8f-290ee99718c8" providerId="ADAL" clId="{0FB89143-B625-44EC-98BF-C3845DE6C895}" dt="2022-02-27T08:43:36.959" v="955" actId="478"/>
          <ac:spMkLst>
            <pc:docMk/>
            <pc:sldMk cId="2588173887" sldId="272"/>
            <ac:spMk id="15" creationId="{56672326-B242-4497-97EB-22E630863D26}"/>
          </ac:spMkLst>
        </pc:spChg>
        <pc:picChg chg="del">
          <ac:chgData name="Hua KANG" userId="07cf1c2e-cc01-4320-8b8f-290ee99718c8" providerId="ADAL" clId="{0FB89143-B625-44EC-98BF-C3845DE6C895}" dt="2022-02-27T08:43:40.275" v="956" actId="478"/>
          <ac:picMkLst>
            <pc:docMk/>
            <pc:sldMk cId="2588173887" sldId="272"/>
            <ac:picMk id="9" creationId="{4073B3B7-54D5-4740-8088-71729B266C2A}"/>
          </ac:picMkLst>
        </pc:picChg>
      </pc:sldChg>
      <pc:sldChg chg="addSp delSp modSp mod">
        <pc:chgData name="Hua KANG" userId="07cf1c2e-cc01-4320-8b8f-290ee99718c8" providerId="ADAL" clId="{0FB89143-B625-44EC-98BF-C3845DE6C895}" dt="2022-02-28T07:29:18.009" v="2055" actId="2711"/>
        <pc:sldMkLst>
          <pc:docMk/>
          <pc:sldMk cId="4240586518" sldId="274"/>
        </pc:sldMkLst>
        <pc:spChg chg="add mod">
          <ac:chgData name="Hua KANG" userId="07cf1c2e-cc01-4320-8b8f-290ee99718c8" providerId="ADAL" clId="{0FB89143-B625-44EC-98BF-C3845DE6C895}" dt="2022-02-28T07:29:18.009" v="2055" actId="2711"/>
          <ac:spMkLst>
            <pc:docMk/>
            <pc:sldMk cId="4240586518" sldId="274"/>
            <ac:spMk id="2" creationId="{6F06EC60-0EDA-428B-A52B-298A1DDBF2C7}"/>
          </ac:spMkLst>
        </pc:spChg>
        <pc:spChg chg="mod">
          <ac:chgData name="Hua KANG" userId="07cf1c2e-cc01-4320-8b8f-290ee99718c8" providerId="ADAL" clId="{0FB89143-B625-44EC-98BF-C3845DE6C895}" dt="2022-02-28T07:29:18.009" v="2055" actId="2711"/>
          <ac:spMkLst>
            <pc:docMk/>
            <pc:sldMk cId="4240586518" sldId="274"/>
            <ac:spMk id="10" creationId="{6BAE0FBE-1CAD-4C7F-92A4-966C68BD7817}"/>
          </ac:spMkLst>
        </pc:spChg>
        <pc:spChg chg="mod">
          <ac:chgData name="Hua KANG" userId="07cf1c2e-cc01-4320-8b8f-290ee99718c8" providerId="ADAL" clId="{0FB89143-B625-44EC-98BF-C3845DE6C895}" dt="2022-02-28T07:29:18.009" v="2055" actId="2711"/>
          <ac:spMkLst>
            <pc:docMk/>
            <pc:sldMk cId="4240586518" sldId="274"/>
            <ac:spMk id="11" creationId="{BE65CBAB-A7C7-4647-AB32-D3431F8CAD6E}"/>
          </ac:spMkLst>
        </pc:spChg>
        <pc:spChg chg="mod">
          <ac:chgData name="Hua KANG" userId="07cf1c2e-cc01-4320-8b8f-290ee99718c8" providerId="ADAL" clId="{0FB89143-B625-44EC-98BF-C3845DE6C895}" dt="2022-02-28T07:29:18.009" v="2055" actId="2711"/>
          <ac:spMkLst>
            <pc:docMk/>
            <pc:sldMk cId="4240586518" sldId="274"/>
            <ac:spMk id="12" creationId="{FDFBBF80-0724-4E19-B916-6B97B5F1B2E0}"/>
          </ac:spMkLst>
        </pc:spChg>
        <pc:spChg chg="mod">
          <ac:chgData name="Hua KANG" userId="07cf1c2e-cc01-4320-8b8f-290ee99718c8" providerId="ADAL" clId="{0FB89143-B625-44EC-98BF-C3845DE6C895}" dt="2022-02-28T07:29:18.009" v="2055" actId="2711"/>
          <ac:spMkLst>
            <pc:docMk/>
            <pc:sldMk cId="4240586518" sldId="274"/>
            <ac:spMk id="13" creationId="{D1AFD6B7-29D1-4537-ADE2-0C5AE758CEFC}"/>
          </ac:spMkLst>
        </pc:spChg>
        <pc:spChg chg="mod">
          <ac:chgData name="Hua KANG" userId="07cf1c2e-cc01-4320-8b8f-290ee99718c8" providerId="ADAL" clId="{0FB89143-B625-44EC-98BF-C3845DE6C895}" dt="2022-02-28T07:29:18.009" v="2055" actId="2711"/>
          <ac:spMkLst>
            <pc:docMk/>
            <pc:sldMk cId="4240586518" sldId="274"/>
            <ac:spMk id="44038" creationId="{634043F2-F2BF-414B-868C-0967C0BC89D4}"/>
          </ac:spMkLst>
        </pc:spChg>
        <pc:spChg chg="mod">
          <ac:chgData name="Hua KANG" userId="07cf1c2e-cc01-4320-8b8f-290ee99718c8" providerId="ADAL" clId="{0FB89143-B625-44EC-98BF-C3845DE6C895}" dt="2022-02-28T07:29:18.009" v="2055" actId="2711"/>
          <ac:spMkLst>
            <pc:docMk/>
            <pc:sldMk cId="4240586518" sldId="274"/>
            <ac:spMk id="44040" creationId="{3577A320-CED9-4C3F-A858-101DA75A9F88}"/>
          </ac:spMkLst>
        </pc:spChg>
        <pc:picChg chg="add del mod">
          <ac:chgData name="Hua KANG" userId="07cf1c2e-cc01-4320-8b8f-290ee99718c8" providerId="ADAL" clId="{0FB89143-B625-44EC-98BF-C3845DE6C895}" dt="2022-02-27T08:50:01.675" v="1444" actId="478"/>
          <ac:picMkLst>
            <pc:docMk/>
            <pc:sldMk cId="4240586518" sldId="274"/>
            <ac:picMk id="44039" creationId="{DFAC81BB-5EA4-48E6-93DE-70733A1C04EE}"/>
          </ac:picMkLst>
        </pc:picChg>
        <pc:picChg chg="mod">
          <ac:chgData name="Hua KANG" userId="07cf1c2e-cc01-4320-8b8f-290ee99718c8" providerId="ADAL" clId="{0FB89143-B625-44EC-98BF-C3845DE6C895}" dt="2022-02-28T07:29:18.009" v="2055" actId="2711"/>
          <ac:picMkLst>
            <pc:docMk/>
            <pc:sldMk cId="4240586518" sldId="274"/>
            <ac:picMk id="44041" creationId="{65BA4C1E-DDA7-4C48-B28F-1CB863AAAFFC}"/>
          </ac:picMkLst>
        </pc:picChg>
      </pc:sldChg>
      <pc:sldChg chg="addSp delSp modSp mod">
        <pc:chgData name="Hua KANG" userId="07cf1c2e-cc01-4320-8b8f-290ee99718c8" providerId="ADAL" clId="{0FB89143-B625-44EC-98BF-C3845DE6C895}" dt="2022-02-28T07:29:22.933" v="2056" actId="2711"/>
        <pc:sldMkLst>
          <pc:docMk/>
          <pc:sldMk cId="1857435460" sldId="275"/>
        </pc:sldMkLst>
        <pc:spChg chg="add mod">
          <ac:chgData name="Hua KANG" userId="07cf1c2e-cc01-4320-8b8f-290ee99718c8" providerId="ADAL" clId="{0FB89143-B625-44EC-98BF-C3845DE6C895}" dt="2022-02-28T07:29:22.933" v="2056" actId="2711"/>
          <ac:spMkLst>
            <pc:docMk/>
            <pc:sldMk cId="1857435460" sldId="275"/>
            <ac:spMk id="2" creationId="{39FD3EC5-D243-4ED8-9C84-9C9DAEC8909F}"/>
          </ac:spMkLst>
        </pc:spChg>
        <pc:spChg chg="mod">
          <ac:chgData name="Hua KANG" userId="07cf1c2e-cc01-4320-8b8f-290ee99718c8" providerId="ADAL" clId="{0FB89143-B625-44EC-98BF-C3845DE6C895}" dt="2022-02-28T07:29:22.933" v="2056" actId="2711"/>
          <ac:spMkLst>
            <pc:docMk/>
            <pc:sldMk cId="1857435460" sldId="275"/>
            <ac:spMk id="5" creationId="{5A9E19D8-06B5-4668-8C9F-2CE1BFE1E831}"/>
          </ac:spMkLst>
        </pc:spChg>
        <pc:spChg chg="mod">
          <ac:chgData name="Hua KANG" userId="07cf1c2e-cc01-4320-8b8f-290ee99718c8" providerId="ADAL" clId="{0FB89143-B625-44EC-98BF-C3845DE6C895}" dt="2022-02-28T07:29:22.933" v="2056" actId="2711"/>
          <ac:spMkLst>
            <pc:docMk/>
            <pc:sldMk cId="1857435460" sldId="275"/>
            <ac:spMk id="11" creationId="{EAA90FDE-66FA-40BB-9219-19AD11995AF8}"/>
          </ac:spMkLst>
        </pc:spChg>
        <pc:spChg chg="mod">
          <ac:chgData name="Hua KANG" userId="07cf1c2e-cc01-4320-8b8f-290ee99718c8" providerId="ADAL" clId="{0FB89143-B625-44EC-98BF-C3845DE6C895}" dt="2022-02-28T07:29:22.933" v="2056" actId="2711"/>
          <ac:spMkLst>
            <pc:docMk/>
            <pc:sldMk cId="1857435460" sldId="275"/>
            <ac:spMk id="12" creationId="{861D1053-4065-4D83-A333-1C50DC2D2C03}"/>
          </ac:spMkLst>
        </pc:spChg>
        <pc:spChg chg="mod">
          <ac:chgData name="Hua KANG" userId="07cf1c2e-cc01-4320-8b8f-290ee99718c8" providerId="ADAL" clId="{0FB89143-B625-44EC-98BF-C3845DE6C895}" dt="2022-02-28T07:29:22.933" v="2056" actId="2711"/>
          <ac:spMkLst>
            <pc:docMk/>
            <pc:sldMk cId="1857435460" sldId="275"/>
            <ac:spMk id="13" creationId="{A5E7DD2E-4761-4A4A-A835-A462864266E6}"/>
          </ac:spMkLst>
        </pc:spChg>
        <pc:spChg chg="mod">
          <ac:chgData name="Hua KANG" userId="07cf1c2e-cc01-4320-8b8f-290ee99718c8" providerId="ADAL" clId="{0FB89143-B625-44EC-98BF-C3845DE6C895}" dt="2022-02-28T07:29:22.933" v="2056" actId="2711"/>
          <ac:spMkLst>
            <pc:docMk/>
            <pc:sldMk cId="1857435460" sldId="275"/>
            <ac:spMk id="14" creationId="{15D62C77-91D9-4BBB-B5B7-BCA7CEEC4979}"/>
          </ac:spMkLst>
        </pc:spChg>
        <pc:spChg chg="mod">
          <ac:chgData name="Hua KANG" userId="07cf1c2e-cc01-4320-8b8f-290ee99718c8" providerId="ADAL" clId="{0FB89143-B625-44EC-98BF-C3845DE6C895}" dt="2022-02-28T07:29:22.933" v="2056" actId="2711"/>
          <ac:spMkLst>
            <pc:docMk/>
            <pc:sldMk cId="1857435460" sldId="275"/>
            <ac:spMk id="19" creationId="{F07BA682-0C59-40AF-AA10-2173E740BCA1}"/>
          </ac:spMkLst>
        </pc:spChg>
        <pc:spChg chg="mod">
          <ac:chgData name="Hua KANG" userId="07cf1c2e-cc01-4320-8b8f-290ee99718c8" providerId="ADAL" clId="{0FB89143-B625-44EC-98BF-C3845DE6C895}" dt="2022-02-28T07:29:22.933" v="2056" actId="2711"/>
          <ac:spMkLst>
            <pc:docMk/>
            <pc:sldMk cId="1857435460" sldId="275"/>
            <ac:spMk id="45062" creationId="{DADEF9F2-BDCA-41F2-8C5F-64B23156DAEB}"/>
          </ac:spMkLst>
        </pc:spChg>
        <pc:spChg chg="mod">
          <ac:chgData name="Hua KANG" userId="07cf1c2e-cc01-4320-8b8f-290ee99718c8" providerId="ADAL" clId="{0FB89143-B625-44EC-98BF-C3845DE6C895}" dt="2022-02-28T07:29:22.933" v="2056" actId="2711"/>
          <ac:spMkLst>
            <pc:docMk/>
            <pc:sldMk cId="1857435460" sldId="275"/>
            <ac:spMk id="45063" creationId="{CEE35A07-A1B3-466A-88C6-A3034380F338}"/>
          </ac:spMkLst>
        </pc:spChg>
        <pc:spChg chg="mod">
          <ac:chgData name="Hua KANG" userId="07cf1c2e-cc01-4320-8b8f-290ee99718c8" providerId="ADAL" clId="{0FB89143-B625-44EC-98BF-C3845DE6C895}" dt="2022-02-28T07:29:22.933" v="2056" actId="2711"/>
          <ac:spMkLst>
            <pc:docMk/>
            <pc:sldMk cId="1857435460" sldId="275"/>
            <ac:spMk id="45065" creationId="{927A0D12-1600-4688-9494-2702FE7FA9F9}"/>
          </ac:spMkLst>
        </pc:spChg>
        <pc:picChg chg="del">
          <ac:chgData name="Hua KANG" userId="07cf1c2e-cc01-4320-8b8f-290ee99718c8" providerId="ADAL" clId="{0FB89143-B625-44EC-98BF-C3845DE6C895}" dt="2022-02-27T08:54:04.997" v="1704" actId="478"/>
          <ac:picMkLst>
            <pc:docMk/>
            <pc:sldMk cId="1857435460" sldId="275"/>
            <ac:picMk id="4" creationId="{AC28C79E-AE0E-4D3D-ABA9-270592A9D7A6}"/>
          </ac:picMkLst>
        </pc:picChg>
      </pc:sldChg>
      <pc:sldChg chg="addSp delSp modSp mod">
        <pc:chgData name="Hua KANG" userId="07cf1c2e-cc01-4320-8b8f-290ee99718c8" providerId="ADAL" clId="{0FB89143-B625-44EC-98BF-C3845DE6C895}" dt="2022-02-28T07:29:13.159" v="2054" actId="2711"/>
        <pc:sldMkLst>
          <pc:docMk/>
          <pc:sldMk cId="2999285481" sldId="276"/>
        </pc:sldMkLst>
        <pc:spChg chg="add mod">
          <ac:chgData name="Hua KANG" userId="07cf1c2e-cc01-4320-8b8f-290ee99718c8" providerId="ADAL" clId="{0FB89143-B625-44EC-98BF-C3845DE6C895}" dt="2022-02-28T07:29:13.159" v="2054" actId="2711"/>
          <ac:spMkLst>
            <pc:docMk/>
            <pc:sldMk cId="2999285481" sldId="276"/>
            <ac:spMk id="2" creationId="{8003C7A0-D450-45E1-845B-A27BA46D5534}"/>
          </ac:spMkLst>
        </pc:spChg>
        <pc:spChg chg="mod">
          <ac:chgData name="Hua KANG" userId="07cf1c2e-cc01-4320-8b8f-290ee99718c8" providerId="ADAL" clId="{0FB89143-B625-44EC-98BF-C3845DE6C895}" dt="2022-02-28T07:29:13.159" v="2054" actId="2711"/>
          <ac:spMkLst>
            <pc:docMk/>
            <pc:sldMk cId="2999285481" sldId="276"/>
            <ac:spMk id="11" creationId="{770D8876-D56C-4D4A-87DE-A1EC97A59BEB}"/>
          </ac:spMkLst>
        </pc:spChg>
        <pc:spChg chg="mod">
          <ac:chgData name="Hua KANG" userId="07cf1c2e-cc01-4320-8b8f-290ee99718c8" providerId="ADAL" clId="{0FB89143-B625-44EC-98BF-C3845DE6C895}" dt="2022-02-28T07:29:13.159" v="2054" actId="2711"/>
          <ac:spMkLst>
            <pc:docMk/>
            <pc:sldMk cId="2999285481" sldId="276"/>
            <ac:spMk id="12" creationId="{AFCAD06B-975D-4F74-B3DC-66E8064E479B}"/>
          </ac:spMkLst>
        </pc:spChg>
        <pc:spChg chg="mod">
          <ac:chgData name="Hua KANG" userId="07cf1c2e-cc01-4320-8b8f-290ee99718c8" providerId="ADAL" clId="{0FB89143-B625-44EC-98BF-C3845DE6C895}" dt="2022-02-28T07:29:13.159" v="2054" actId="2711"/>
          <ac:spMkLst>
            <pc:docMk/>
            <pc:sldMk cId="2999285481" sldId="276"/>
            <ac:spMk id="15" creationId="{7646A958-4152-4B60-A9EA-26369F872BC1}"/>
          </ac:spMkLst>
        </pc:spChg>
        <pc:spChg chg="mod">
          <ac:chgData name="Hua KANG" userId="07cf1c2e-cc01-4320-8b8f-290ee99718c8" providerId="ADAL" clId="{0FB89143-B625-44EC-98BF-C3845DE6C895}" dt="2022-02-28T07:29:13.159" v="2054" actId="2711"/>
          <ac:spMkLst>
            <pc:docMk/>
            <pc:sldMk cId="2999285481" sldId="276"/>
            <ac:spMk id="16" creationId="{50D6CE68-BF34-43D5-B293-F20EA9360862}"/>
          </ac:spMkLst>
        </pc:spChg>
        <pc:spChg chg="mod">
          <ac:chgData name="Hua KANG" userId="07cf1c2e-cc01-4320-8b8f-290ee99718c8" providerId="ADAL" clId="{0FB89143-B625-44EC-98BF-C3845DE6C895}" dt="2022-02-28T07:29:13.159" v="2054" actId="2711"/>
          <ac:spMkLst>
            <pc:docMk/>
            <pc:sldMk cId="2999285481" sldId="276"/>
            <ac:spMk id="41986" creationId="{530859A9-D1FE-476D-A2B0-AC36764A87C3}"/>
          </ac:spMkLst>
        </pc:spChg>
        <pc:spChg chg="mod">
          <ac:chgData name="Hua KANG" userId="07cf1c2e-cc01-4320-8b8f-290ee99718c8" providerId="ADAL" clId="{0FB89143-B625-44EC-98BF-C3845DE6C895}" dt="2022-02-28T07:29:13.159" v="2054" actId="2711"/>
          <ac:spMkLst>
            <pc:docMk/>
            <pc:sldMk cId="2999285481" sldId="276"/>
            <ac:spMk id="41990" creationId="{00B139DD-4D85-4617-9066-B75E0CCA7BA7}"/>
          </ac:spMkLst>
        </pc:spChg>
        <pc:spChg chg="del mod">
          <ac:chgData name="Hua KANG" userId="07cf1c2e-cc01-4320-8b8f-290ee99718c8" providerId="ADAL" clId="{0FB89143-B625-44EC-98BF-C3845DE6C895}" dt="2022-02-28T07:24:57.717" v="2038" actId="478"/>
          <ac:spMkLst>
            <pc:docMk/>
            <pc:sldMk cId="2999285481" sldId="276"/>
            <ac:spMk id="41994" creationId="{9A0F9E28-5426-42D1-BFCD-08EA10CC7D86}"/>
          </ac:spMkLst>
        </pc:spChg>
        <pc:picChg chg="mod">
          <ac:chgData name="Hua KANG" userId="07cf1c2e-cc01-4320-8b8f-290ee99718c8" providerId="ADAL" clId="{0FB89143-B625-44EC-98BF-C3845DE6C895}" dt="2022-02-28T07:29:13.159" v="2054" actId="2711"/>
          <ac:picMkLst>
            <pc:docMk/>
            <pc:sldMk cId="2999285481" sldId="276"/>
            <ac:picMk id="41987" creationId="{D7D12E15-4D24-4C82-8143-230BB2F756EF}"/>
          </ac:picMkLst>
        </pc:picChg>
      </pc:sldChg>
      <pc:sldChg chg="modSp mod">
        <pc:chgData name="Hua KANG" userId="07cf1c2e-cc01-4320-8b8f-290ee99718c8" providerId="ADAL" clId="{0FB89143-B625-44EC-98BF-C3845DE6C895}" dt="2022-02-27T09:04:24.615" v="1876" actId="20577"/>
        <pc:sldMkLst>
          <pc:docMk/>
          <pc:sldMk cId="0" sldId="310"/>
        </pc:sldMkLst>
        <pc:spChg chg="mod">
          <ac:chgData name="Hua KANG" userId="07cf1c2e-cc01-4320-8b8f-290ee99718c8" providerId="ADAL" clId="{0FB89143-B625-44EC-98BF-C3845DE6C895}" dt="2022-02-27T09:03:58.023" v="1860" actId="108"/>
          <ac:spMkLst>
            <pc:docMk/>
            <pc:sldMk cId="0" sldId="310"/>
            <ac:spMk id="19463" creationId="{B76085F5-319A-4782-B138-B70B3BD003CB}"/>
          </ac:spMkLst>
        </pc:spChg>
        <pc:spChg chg="mod">
          <ac:chgData name="Hua KANG" userId="07cf1c2e-cc01-4320-8b8f-290ee99718c8" providerId="ADAL" clId="{0FB89143-B625-44EC-98BF-C3845DE6C895}" dt="2022-02-27T09:04:24.615" v="1876" actId="20577"/>
          <ac:spMkLst>
            <pc:docMk/>
            <pc:sldMk cId="0" sldId="310"/>
            <ac:spMk id="19478" creationId="{4A1536C4-389D-43EB-A43A-EAA0DEBD51C3}"/>
          </ac:spMkLst>
        </pc:spChg>
      </pc:sldChg>
      <pc:sldChg chg="modSp mod">
        <pc:chgData name="Hua KANG" userId="07cf1c2e-cc01-4320-8b8f-290ee99718c8" providerId="ADAL" clId="{0FB89143-B625-44EC-98BF-C3845DE6C895}" dt="2022-02-27T09:07:07.503" v="1896" actId="20577"/>
        <pc:sldMkLst>
          <pc:docMk/>
          <pc:sldMk cId="0" sldId="479"/>
        </pc:sldMkLst>
        <pc:spChg chg="mod">
          <ac:chgData name="Hua KANG" userId="07cf1c2e-cc01-4320-8b8f-290ee99718c8" providerId="ADAL" clId="{0FB89143-B625-44EC-98BF-C3845DE6C895}" dt="2022-02-27T09:06:31.324" v="1889" actId="1076"/>
          <ac:spMkLst>
            <pc:docMk/>
            <pc:sldMk cId="0" sldId="479"/>
            <ac:spMk id="36898" creationId="{F9CBFB93-B012-49E4-9D14-4DCB71A3D719}"/>
          </ac:spMkLst>
        </pc:spChg>
        <pc:spChg chg="mod">
          <ac:chgData name="Hua KANG" userId="07cf1c2e-cc01-4320-8b8f-290ee99718c8" providerId="ADAL" clId="{0FB89143-B625-44EC-98BF-C3845DE6C895}" dt="2022-02-27T09:06:35.300" v="1895" actId="20577"/>
          <ac:spMkLst>
            <pc:docMk/>
            <pc:sldMk cId="0" sldId="479"/>
            <ac:spMk id="36899" creationId="{BB655DB4-52BA-465F-A814-400BFABBEFD8}"/>
          </ac:spMkLst>
        </pc:spChg>
        <pc:spChg chg="mod">
          <ac:chgData name="Hua KANG" userId="07cf1c2e-cc01-4320-8b8f-290ee99718c8" providerId="ADAL" clId="{0FB89143-B625-44EC-98BF-C3845DE6C895}" dt="2022-02-27T09:06:17.006" v="1886" actId="1076"/>
          <ac:spMkLst>
            <pc:docMk/>
            <pc:sldMk cId="0" sldId="479"/>
            <ac:spMk id="36901" creationId="{C1B710CD-AA95-4996-B5BB-03E3A651946A}"/>
          </ac:spMkLst>
        </pc:spChg>
        <pc:spChg chg="mod">
          <ac:chgData name="Hua KANG" userId="07cf1c2e-cc01-4320-8b8f-290ee99718c8" providerId="ADAL" clId="{0FB89143-B625-44EC-98BF-C3845DE6C895}" dt="2022-02-27T09:06:17.006" v="1886" actId="1076"/>
          <ac:spMkLst>
            <pc:docMk/>
            <pc:sldMk cId="0" sldId="479"/>
            <ac:spMk id="36902" creationId="{9CC259FA-A2F7-4E24-BA2B-DE08C2A6CAFF}"/>
          </ac:spMkLst>
        </pc:spChg>
        <pc:spChg chg="mod">
          <ac:chgData name="Hua KANG" userId="07cf1c2e-cc01-4320-8b8f-290ee99718c8" providerId="ADAL" clId="{0FB89143-B625-44EC-98BF-C3845DE6C895}" dt="2022-02-27T09:06:17.006" v="1886" actId="1076"/>
          <ac:spMkLst>
            <pc:docMk/>
            <pc:sldMk cId="0" sldId="479"/>
            <ac:spMk id="36903" creationId="{AEA67131-86B3-4372-A06D-98C2B94803CF}"/>
          </ac:spMkLst>
        </pc:spChg>
        <pc:spChg chg="mod">
          <ac:chgData name="Hua KANG" userId="07cf1c2e-cc01-4320-8b8f-290ee99718c8" providerId="ADAL" clId="{0FB89143-B625-44EC-98BF-C3845DE6C895}" dt="2022-02-27T09:07:07.503" v="1896" actId="20577"/>
          <ac:spMkLst>
            <pc:docMk/>
            <pc:sldMk cId="0" sldId="479"/>
            <ac:spMk id="36905" creationId="{D6EFB428-4A88-4C3A-96EC-F1842E6DDAD3}"/>
          </ac:spMkLst>
        </pc:spChg>
        <pc:grpChg chg="mod">
          <ac:chgData name="Hua KANG" userId="07cf1c2e-cc01-4320-8b8f-290ee99718c8" providerId="ADAL" clId="{0FB89143-B625-44EC-98BF-C3845DE6C895}" dt="2022-02-27T09:06:17.006" v="1886" actId="1076"/>
          <ac:grpSpMkLst>
            <pc:docMk/>
            <pc:sldMk cId="0" sldId="479"/>
            <ac:grpSpMk id="3" creationId="{2EA70CF4-1614-4C73-B87C-176A43308203}"/>
          </ac:grpSpMkLst>
        </pc:grpChg>
        <pc:grpChg chg="mod">
          <ac:chgData name="Hua KANG" userId="07cf1c2e-cc01-4320-8b8f-290ee99718c8" providerId="ADAL" clId="{0FB89143-B625-44EC-98BF-C3845DE6C895}" dt="2022-02-27T09:06:31.324" v="1889" actId="1076"/>
          <ac:grpSpMkLst>
            <pc:docMk/>
            <pc:sldMk cId="0" sldId="479"/>
            <ac:grpSpMk id="5" creationId="{C862C752-B5A8-4B53-AE66-8B9F7DF0C07F}"/>
          </ac:grpSpMkLst>
        </pc:grpChg>
        <pc:grpChg chg="mod">
          <ac:chgData name="Hua KANG" userId="07cf1c2e-cc01-4320-8b8f-290ee99718c8" providerId="ADAL" clId="{0FB89143-B625-44EC-98BF-C3845DE6C895}" dt="2022-02-27T09:06:17.006" v="1886" actId="1076"/>
          <ac:grpSpMkLst>
            <pc:docMk/>
            <pc:sldMk cId="0" sldId="479"/>
            <ac:grpSpMk id="36900" creationId="{58A52D7E-D83F-4457-A07B-764C4C1A0EF4}"/>
          </ac:grpSpMkLst>
        </pc:grpChg>
      </pc:sldChg>
      <pc:sldChg chg="addSp delSp modSp mod">
        <pc:chgData name="Hua KANG" userId="07cf1c2e-cc01-4320-8b8f-290ee99718c8" providerId="ADAL" clId="{0FB89143-B625-44EC-98BF-C3845DE6C895}" dt="2022-02-28T07:38:39.353" v="2485" actId="403"/>
        <pc:sldMkLst>
          <pc:docMk/>
          <pc:sldMk cId="0" sldId="508"/>
        </pc:sldMkLst>
        <pc:spChg chg="add mod">
          <ac:chgData name="Hua KANG" userId="07cf1c2e-cc01-4320-8b8f-290ee99718c8" providerId="ADAL" clId="{0FB89143-B625-44EC-98BF-C3845DE6C895}" dt="2022-02-28T07:29:32.177" v="2057" actId="2711"/>
          <ac:spMkLst>
            <pc:docMk/>
            <pc:sldMk cId="0" sldId="508"/>
            <ac:spMk id="2" creationId="{65C4DADD-4EA0-4670-9935-2497A0289379}"/>
          </ac:spMkLst>
        </pc:spChg>
        <pc:spChg chg="mod">
          <ac:chgData name="Hua KANG" userId="07cf1c2e-cc01-4320-8b8f-290ee99718c8" providerId="ADAL" clId="{0FB89143-B625-44EC-98BF-C3845DE6C895}" dt="2022-02-28T07:29:32.177" v="2057" actId="2711"/>
          <ac:spMkLst>
            <pc:docMk/>
            <pc:sldMk cId="0" sldId="508"/>
            <ac:spMk id="9" creationId="{32ED28D9-1D22-4CB6-8FCE-8E467B21A549}"/>
          </ac:spMkLst>
        </pc:spChg>
        <pc:spChg chg="mod">
          <ac:chgData name="Hua KANG" userId="07cf1c2e-cc01-4320-8b8f-290ee99718c8" providerId="ADAL" clId="{0FB89143-B625-44EC-98BF-C3845DE6C895}" dt="2022-02-28T07:29:32.177" v="2057" actId="2711"/>
          <ac:spMkLst>
            <pc:docMk/>
            <pc:sldMk cId="0" sldId="508"/>
            <ac:spMk id="10" creationId="{EF6A48C6-B225-445E-9235-DDB8D8CAA4D3}"/>
          </ac:spMkLst>
        </pc:spChg>
        <pc:spChg chg="mod">
          <ac:chgData name="Hua KANG" userId="07cf1c2e-cc01-4320-8b8f-290ee99718c8" providerId="ADAL" clId="{0FB89143-B625-44EC-98BF-C3845DE6C895}" dt="2022-02-28T07:29:32.177" v="2057" actId="2711"/>
          <ac:spMkLst>
            <pc:docMk/>
            <pc:sldMk cId="0" sldId="508"/>
            <ac:spMk id="12" creationId="{79B0C410-E887-43E3-B30F-806D5F0E5DA6}"/>
          </ac:spMkLst>
        </pc:spChg>
        <pc:spChg chg="mod">
          <ac:chgData name="Hua KANG" userId="07cf1c2e-cc01-4320-8b8f-290ee99718c8" providerId="ADAL" clId="{0FB89143-B625-44EC-98BF-C3845DE6C895}" dt="2022-02-28T07:38:39.353" v="2485" actId="403"/>
          <ac:spMkLst>
            <pc:docMk/>
            <pc:sldMk cId="0" sldId="508"/>
            <ac:spMk id="47109" creationId="{DD919CB8-9C5E-473F-A051-6F1640AA1492}"/>
          </ac:spMkLst>
        </pc:spChg>
        <pc:spChg chg="mod">
          <ac:chgData name="Hua KANG" userId="07cf1c2e-cc01-4320-8b8f-290ee99718c8" providerId="ADAL" clId="{0FB89143-B625-44EC-98BF-C3845DE6C895}" dt="2022-02-28T07:29:32.177" v="2057" actId="2711"/>
          <ac:spMkLst>
            <pc:docMk/>
            <pc:sldMk cId="0" sldId="508"/>
            <ac:spMk id="47112" creationId="{BDFBDF00-E623-410D-A337-CE0A1465D698}"/>
          </ac:spMkLst>
        </pc:spChg>
        <pc:picChg chg="del">
          <ac:chgData name="Hua KANG" userId="07cf1c2e-cc01-4320-8b8f-290ee99718c8" providerId="ADAL" clId="{0FB89143-B625-44EC-98BF-C3845DE6C895}" dt="2022-02-27T08:58:07.019" v="1835" actId="478"/>
          <ac:picMkLst>
            <pc:docMk/>
            <pc:sldMk cId="0" sldId="508"/>
            <ac:picMk id="47111" creationId="{7D82F13C-E4BC-4F88-862F-93E1284D6FA8}"/>
          </ac:picMkLst>
        </pc:picChg>
      </pc:sldChg>
      <pc:sldChg chg="addSp delSp modSp mod">
        <pc:chgData name="Hua KANG" userId="07cf1c2e-cc01-4320-8b8f-290ee99718c8" providerId="ADAL" clId="{0FB89143-B625-44EC-98BF-C3845DE6C895}" dt="2022-02-28T07:38:58.116" v="2487" actId="14100"/>
        <pc:sldMkLst>
          <pc:docMk/>
          <pc:sldMk cId="0" sldId="518"/>
        </pc:sldMkLst>
        <pc:spChg chg="mod">
          <ac:chgData name="Hua KANG" userId="07cf1c2e-cc01-4320-8b8f-290ee99718c8" providerId="ADAL" clId="{0FB89143-B625-44EC-98BF-C3845DE6C895}" dt="2022-02-28T07:29:40.962" v="2059" actId="2711"/>
          <ac:spMkLst>
            <pc:docMk/>
            <pc:sldMk cId="0" sldId="518"/>
            <ac:spMk id="9" creationId="{3CE59B08-46E9-49BD-BD3F-50E5613681AF}"/>
          </ac:spMkLst>
        </pc:spChg>
        <pc:spChg chg="mod">
          <ac:chgData name="Hua KANG" userId="07cf1c2e-cc01-4320-8b8f-290ee99718c8" providerId="ADAL" clId="{0FB89143-B625-44EC-98BF-C3845DE6C895}" dt="2022-02-28T07:29:40.962" v="2059" actId="2711"/>
          <ac:spMkLst>
            <pc:docMk/>
            <pc:sldMk cId="0" sldId="518"/>
            <ac:spMk id="10" creationId="{CC62CC06-43C1-4348-9997-46704A94AFF4}"/>
          </ac:spMkLst>
        </pc:spChg>
        <pc:spChg chg="mod">
          <ac:chgData name="Hua KANG" userId="07cf1c2e-cc01-4320-8b8f-290ee99718c8" providerId="ADAL" clId="{0FB89143-B625-44EC-98BF-C3845DE6C895}" dt="2022-02-28T07:29:40.962" v="2059" actId="2711"/>
          <ac:spMkLst>
            <pc:docMk/>
            <pc:sldMk cId="0" sldId="518"/>
            <ac:spMk id="48133" creationId="{78C61BEC-1F2F-402B-95A5-45B64295285F}"/>
          </ac:spMkLst>
        </pc:spChg>
        <pc:spChg chg="mod">
          <ac:chgData name="Hua KANG" userId="07cf1c2e-cc01-4320-8b8f-290ee99718c8" providerId="ADAL" clId="{0FB89143-B625-44EC-98BF-C3845DE6C895}" dt="2022-02-28T07:29:40.962" v="2059" actId="2711"/>
          <ac:spMkLst>
            <pc:docMk/>
            <pc:sldMk cId="0" sldId="518"/>
            <ac:spMk id="48134" creationId="{4715DF8B-4F5A-4C33-B035-70530DA079AF}"/>
          </ac:spMkLst>
        </pc:spChg>
        <pc:spChg chg="mod">
          <ac:chgData name="Hua KANG" userId="07cf1c2e-cc01-4320-8b8f-290ee99718c8" providerId="ADAL" clId="{0FB89143-B625-44EC-98BF-C3845DE6C895}" dt="2022-02-28T07:38:58.116" v="2487" actId="14100"/>
          <ac:spMkLst>
            <pc:docMk/>
            <pc:sldMk cId="0" sldId="518"/>
            <ac:spMk id="48136" creationId="{90A789FB-BDD0-4B1D-9968-9BFDB394CE02}"/>
          </ac:spMkLst>
        </pc:spChg>
        <pc:graphicFrameChg chg="add del mod modGraphic">
          <ac:chgData name="Hua KANG" userId="07cf1c2e-cc01-4320-8b8f-290ee99718c8" providerId="ADAL" clId="{0FB89143-B625-44EC-98BF-C3845DE6C895}" dt="2022-02-27T09:00:26.020" v="1844" actId="478"/>
          <ac:graphicFrameMkLst>
            <pc:docMk/>
            <pc:sldMk cId="0" sldId="518"/>
            <ac:graphicFrameMk id="2" creationId="{C416B71D-DF2C-44AF-8B60-D5A517B016A0}"/>
          </ac:graphicFrameMkLst>
        </pc:graphicFrameChg>
        <pc:picChg chg="mod">
          <ac:chgData name="Hua KANG" userId="07cf1c2e-cc01-4320-8b8f-290ee99718c8" providerId="ADAL" clId="{0FB89143-B625-44EC-98BF-C3845DE6C895}" dt="2022-02-28T07:29:40.962" v="2059" actId="2711"/>
          <ac:picMkLst>
            <pc:docMk/>
            <pc:sldMk cId="0" sldId="518"/>
            <ac:picMk id="48135" creationId="{96AAB51E-D779-4E9A-A7EF-7D96C3527D93}"/>
          </ac:picMkLst>
        </pc:picChg>
      </pc:sldChg>
      <pc:sldChg chg="modSp mod">
        <pc:chgData name="Hua KANG" userId="07cf1c2e-cc01-4320-8b8f-290ee99718c8" providerId="ADAL" clId="{0FB89143-B625-44EC-98BF-C3845DE6C895}" dt="2022-02-28T07:30:50.168" v="2102" actId="20577"/>
        <pc:sldMkLst>
          <pc:docMk/>
          <pc:sldMk cId="0" sldId="522"/>
        </pc:sldMkLst>
        <pc:spChg chg="mod">
          <ac:chgData name="Hua KANG" userId="07cf1c2e-cc01-4320-8b8f-290ee99718c8" providerId="ADAL" clId="{0FB89143-B625-44EC-98BF-C3845DE6C895}" dt="2022-02-28T07:30:50.168" v="2102" actId="20577"/>
          <ac:spMkLst>
            <pc:docMk/>
            <pc:sldMk cId="0" sldId="522"/>
            <ac:spMk id="49155" creationId="{FF21CDCE-5938-4487-A892-43DB3FD50150}"/>
          </ac:spMkLst>
        </pc:spChg>
      </pc:sldChg>
      <pc:sldChg chg="modSp mod">
        <pc:chgData name="Hua KANG" userId="07cf1c2e-cc01-4320-8b8f-290ee99718c8" providerId="ADAL" clId="{0FB89143-B625-44EC-98BF-C3845DE6C895}" dt="2022-02-28T07:32:28.654" v="2272" actId="20577"/>
        <pc:sldMkLst>
          <pc:docMk/>
          <pc:sldMk cId="0" sldId="523"/>
        </pc:sldMkLst>
        <pc:spChg chg="mod">
          <ac:chgData name="Hua KANG" userId="07cf1c2e-cc01-4320-8b8f-290ee99718c8" providerId="ADAL" clId="{0FB89143-B625-44EC-98BF-C3845DE6C895}" dt="2022-02-28T07:32:28.654" v="2272" actId="20577"/>
          <ac:spMkLst>
            <pc:docMk/>
            <pc:sldMk cId="0" sldId="523"/>
            <ac:spMk id="30724" creationId="{730A810B-46A6-4DB8-8AC6-7D7C0A337868}"/>
          </ac:spMkLst>
        </pc:spChg>
      </pc:sldChg>
      <pc:sldChg chg="new del">
        <pc:chgData name="Hua KANG" userId="07cf1c2e-cc01-4320-8b8f-290ee99718c8" providerId="ADAL" clId="{0FB89143-B625-44EC-98BF-C3845DE6C895}" dt="2022-02-27T09:18:05.274" v="1905" actId="47"/>
        <pc:sldMkLst>
          <pc:docMk/>
          <pc:sldMk cId="614411269" sldId="525"/>
        </pc:sldMkLst>
      </pc:sldChg>
      <pc:sldChg chg="addSp modSp new mod">
        <pc:chgData name="Hua KANG" userId="07cf1c2e-cc01-4320-8b8f-290ee99718c8" providerId="ADAL" clId="{0FB89143-B625-44EC-98BF-C3845DE6C895}" dt="2022-02-28T07:36:07.122" v="2484" actId="20577"/>
        <pc:sldMkLst>
          <pc:docMk/>
          <pc:sldMk cId="2321618914" sldId="525"/>
        </pc:sldMkLst>
        <pc:spChg chg="mod">
          <ac:chgData name="Hua KANG" userId="07cf1c2e-cc01-4320-8b8f-290ee99718c8" providerId="ADAL" clId="{0FB89143-B625-44EC-98BF-C3845DE6C895}" dt="2022-02-28T07:35:48.606" v="2478" actId="2711"/>
          <ac:spMkLst>
            <pc:docMk/>
            <pc:sldMk cId="2321618914" sldId="525"/>
            <ac:spMk id="2" creationId="{49CB4197-925E-407D-81A7-AE415C59A840}"/>
          </ac:spMkLst>
        </pc:spChg>
        <pc:spChg chg="mod">
          <ac:chgData name="Hua KANG" userId="07cf1c2e-cc01-4320-8b8f-290ee99718c8" providerId="ADAL" clId="{0FB89143-B625-44EC-98BF-C3845DE6C895}" dt="2022-02-28T07:35:48.606" v="2478" actId="2711"/>
          <ac:spMkLst>
            <pc:docMk/>
            <pc:sldMk cId="2321618914" sldId="525"/>
            <ac:spMk id="3" creationId="{FCABE666-73C1-4FF2-ADD7-62BF88FC4991}"/>
          </ac:spMkLst>
        </pc:spChg>
        <pc:spChg chg="add mod">
          <ac:chgData name="Hua KANG" userId="07cf1c2e-cc01-4320-8b8f-290ee99718c8" providerId="ADAL" clId="{0FB89143-B625-44EC-98BF-C3845DE6C895}" dt="2022-02-28T07:36:07.122" v="2484" actId="20577"/>
          <ac:spMkLst>
            <pc:docMk/>
            <pc:sldMk cId="2321618914" sldId="525"/>
            <ac:spMk id="4" creationId="{F7E14E03-AC30-4CA2-83B2-08D153C29048}"/>
          </ac:spMkLst>
        </pc:spChg>
        <pc:spChg chg="add mod">
          <ac:chgData name="Hua KANG" userId="07cf1c2e-cc01-4320-8b8f-290ee99718c8" providerId="ADAL" clId="{0FB89143-B625-44EC-98BF-C3845DE6C895}" dt="2022-02-28T07:35:54.237" v="2479" actId="403"/>
          <ac:spMkLst>
            <pc:docMk/>
            <pc:sldMk cId="2321618914" sldId="525"/>
            <ac:spMk id="5" creationId="{E50E016B-6DDA-4776-A164-426FA77B54AD}"/>
          </ac:spMkLst>
        </pc:spChg>
        <pc:spChg chg="add mod">
          <ac:chgData name="Hua KANG" userId="07cf1c2e-cc01-4320-8b8f-290ee99718c8" providerId="ADAL" clId="{0FB89143-B625-44EC-98BF-C3845DE6C895}" dt="2022-02-28T07:35:48.606" v="2478" actId="2711"/>
          <ac:spMkLst>
            <pc:docMk/>
            <pc:sldMk cId="2321618914" sldId="525"/>
            <ac:spMk id="6" creationId="{1043BA62-FF9A-40F4-A1E9-1A53B0D0F6D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CAA427-7AA6-4A01-87EC-D6AE59530FCA}" type="datetimeFigureOut">
              <a:rPr lang="zh-CN" altLang="en-US" smtClean="0"/>
              <a:t>2025/4/6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DABD45-9816-4B46-8A38-37A3FDA7C46A}" type="slidenum">
              <a:rPr lang="zh-CN" altLang="en-US" smtClean="0"/>
              <a:t>‹#›</a:t>
            </a:fld>
            <a:endParaRPr lang="zh-CN" altLang="en-US"/>
          </a:p>
        </p:txBody>
      </p:sp>
    </p:spTree>
    <p:extLst>
      <p:ext uri="{BB962C8B-B14F-4D97-AF65-F5344CB8AC3E}">
        <p14:creationId xmlns:p14="http://schemas.microsoft.com/office/powerpoint/2010/main" val="1172505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p:txBody>
      </p:sp>
      <p:sp>
        <p:nvSpPr>
          <p:cNvPr id="4" name="灯片编号占位符 3"/>
          <p:cNvSpPr>
            <a:spLocks noGrp="1"/>
          </p:cNvSpPr>
          <p:nvPr>
            <p:ph type="sldNum" sz="quarter" idx="10"/>
          </p:nvPr>
        </p:nvSpPr>
        <p:spPr/>
        <p:txBody>
          <a:bodyPr/>
          <a:lstStyle/>
          <a:p>
            <a:fld id="{1BDABD45-9816-4B46-8A38-37A3FDA7C46A}" type="slidenum">
              <a:rPr lang="zh-CN" altLang="en-US" smtClean="0"/>
              <a:t>1</a:t>
            </a:fld>
            <a:endParaRPr lang="zh-CN" altLang="en-US"/>
          </a:p>
        </p:txBody>
      </p:sp>
    </p:spTree>
    <p:extLst>
      <p:ext uri="{BB962C8B-B14F-4D97-AF65-F5344CB8AC3E}">
        <p14:creationId xmlns:p14="http://schemas.microsoft.com/office/powerpoint/2010/main" val="1272993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DABD45-9816-4B46-8A38-37A3FDA7C46A}" type="slidenum">
              <a:rPr lang="zh-CN" altLang="en-US" smtClean="0"/>
              <a:t>2</a:t>
            </a:fld>
            <a:endParaRPr lang="zh-CN" altLang="en-US"/>
          </a:p>
        </p:txBody>
      </p:sp>
    </p:spTree>
    <p:extLst>
      <p:ext uri="{BB962C8B-B14F-4D97-AF65-F5344CB8AC3E}">
        <p14:creationId xmlns:p14="http://schemas.microsoft.com/office/powerpoint/2010/main" val="706263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Hans-HK" altLang="en-US"/>
          </a:p>
        </p:txBody>
      </p:sp>
      <p:sp>
        <p:nvSpPr>
          <p:cNvPr id="4" name="灯片编号占位符 3"/>
          <p:cNvSpPr>
            <a:spLocks noGrp="1"/>
          </p:cNvSpPr>
          <p:nvPr>
            <p:ph type="sldNum" sz="quarter" idx="5"/>
          </p:nvPr>
        </p:nvSpPr>
        <p:spPr/>
        <p:txBody>
          <a:bodyPr/>
          <a:lstStyle/>
          <a:p>
            <a:fld id="{1BDABD45-9816-4B46-8A38-37A3FDA7C46A}" type="slidenum">
              <a:rPr lang="zh-CN" altLang="en-US" smtClean="0"/>
              <a:t>3</a:t>
            </a:fld>
            <a:endParaRPr lang="zh-CN" altLang="en-US"/>
          </a:p>
        </p:txBody>
      </p:sp>
    </p:spTree>
    <p:extLst>
      <p:ext uri="{BB962C8B-B14F-4D97-AF65-F5344CB8AC3E}">
        <p14:creationId xmlns:p14="http://schemas.microsoft.com/office/powerpoint/2010/main" val="2259920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before the fork system call that allowed us to create a copy of the process to run concurrent clients, we have also seen that forking new processes can be costly in terms of time and resources.</a:t>
            </a:r>
          </a:p>
          <a:p>
            <a:endParaRPr lang="en-US" dirty="0"/>
          </a:p>
          <a:p>
            <a:r>
              <a:rPr lang="en-US" dirty="0"/>
              <a:t>Thread is another concept of thin processes that allow for concurrency without the heavy workload introduced by forking fully-fledged processes. Threads belong to a process or process group in Linux and can be considered as lightweight processes that share resources. Pthread is a standard library that allows us to create and schedule threads in UNIX flavors.</a:t>
            </a:r>
          </a:p>
        </p:txBody>
      </p:sp>
      <p:sp>
        <p:nvSpPr>
          <p:cNvPr id="4" name="Slide Number Placeholder 3"/>
          <p:cNvSpPr>
            <a:spLocks noGrp="1"/>
          </p:cNvSpPr>
          <p:nvPr>
            <p:ph type="sldNum" sz="quarter" idx="5"/>
          </p:nvPr>
        </p:nvSpPr>
        <p:spPr/>
        <p:txBody>
          <a:bodyPr/>
          <a:lstStyle/>
          <a:p>
            <a:fld id="{1BDABD45-9816-4B46-8A38-37A3FDA7C46A}" type="slidenum">
              <a:rPr lang="zh-CN" altLang="en-US" smtClean="0"/>
              <a:t>4</a:t>
            </a:fld>
            <a:endParaRPr lang="zh-CN" altLang="en-US"/>
          </a:p>
        </p:txBody>
      </p:sp>
    </p:spTree>
    <p:extLst>
      <p:ext uri="{BB962C8B-B14F-4D97-AF65-F5344CB8AC3E}">
        <p14:creationId xmlns:p14="http://schemas.microsoft.com/office/powerpoint/2010/main" val="2794642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BDABD45-9816-4B46-8A38-37A3FDA7C46A}" type="slidenum">
              <a:rPr lang="zh-CN" altLang="en-US" smtClean="0"/>
              <a:t>20</a:t>
            </a:fld>
            <a:endParaRPr lang="zh-CN" altLang="en-US"/>
          </a:p>
        </p:txBody>
      </p:sp>
    </p:spTree>
    <p:extLst>
      <p:ext uri="{BB962C8B-B14F-4D97-AF65-F5344CB8AC3E}">
        <p14:creationId xmlns:p14="http://schemas.microsoft.com/office/powerpoint/2010/main" val="3470278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BDABD45-9816-4B46-8A38-37A3FDA7C46A}" type="slidenum">
              <a:rPr lang="zh-CN" altLang="en-US" smtClean="0"/>
              <a:t>21</a:t>
            </a:fld>
            <a:endParaRPr lang="zh-CN" altLang="en-US"/>
          </a:p>
        </p:txBody>
      </p:sp>
    </p:spTree>
    <p:extLst>
      <p:ext uri="{BB962C8B-B14F-4D97-AF65-F5344CB8AC3E}">
        <p14:creationId xmlns:p14="http://schemas.microsoft.com/office/powerpoint/2010/main" val="600741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Hans-HK"/>
              <a:t>I will share the screen to show the skeletons of codes.</a:t>
            </a:r>
            <a:endParaRPr lang="zh-Hans-HK" altLang="en-US"/>
          </a:p>
        </p:txBody>
      </p:sp>
      <p:sp>
        <p:nvSpPr>
          <p:cNvPr id="4" name="灯片编号占位符 3"/>
          <p:cNvSpPr>
            <a:spLocks noGrp="1"/>
          </p:cNvSpPr>
          <p:nvPr>
            <p:ph type="sldNum" sz="quarter" idx="5"/>
          </p:nvPr>
        </p:nvSpPr>
        <p:spPr/>
        <p:txBody>
          <a:bodyPr/>
          <a:lstStyle/>
          <a:p>
            <a:fld id="{1BDABD45-9816-4B46-8A38-37A3FDA7C46A}" type="slidenum">
              <a:rPr lang="zh-CN" altLang="en-US" smtClean="0"/>
              <a:t>22</a:t>
            </a:fld>
            <a:endParaRPr lang="zh-CN" altLang="en-US"/>
          </a:p>
        </p:txBody>
      </p:sp>
    </p:spTree>
    <p:extLst>
      <p:ext uri="{BB962C8B-B14F-4D97-AF65-F5344CB8AC3E}">
        <p14:creationId xmlns:p14="http://schemas.microsoft.com/office/powerpoint/2010/main" val="529909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BDABD45-9816-4B46-8A38-37A3FDA7C46A}" type="slidenum">
              <a:rPr lang="zh-CN" altLang="en-US" smtClean="0"/>
              <a:t>23</a:t>
            </a:fld>
            <a:endParaRPr lang="zh-CN" altLang="en-US"/>
          </a:p>
        </p:txBody>
      </p:sp>
    </p:spTree>
    <p:extLst>
      <p:ext uri="{BB962C8B-B14F-4D97-AF65-F5344CB8AC3E}">
        <p14:creationId xmlns:p14="http://schemas.microsoft.com/office/powerpoint/2010/main" val="2451878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BDABD45-9816-4B46-8A38-37A3FDA7C46A}" type="slidenum">
              <a:rPr lang="zh-CN" altLang="en-US" smtClean="0"/>
              <a:t>26</a:t>
            </a:fld>
            <a:endParaRPr lang="zh-CN" altLang="en-US"/>
          </a:p>
        </p:txBody>
      </p:sp>
    </p:spTree>
    <p:extLst>
      <p:ext uri="{BB962C8B-B14F-4D97-AF65-F5344CB8AC3E}">
        <p14:creationId xmlns:p14="http://schemas.microsoft.com/office/powerpoint/2010/main" val="2408478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BDABD45-9816-4B46-8A38-37A3FDA7C46A}" type="slidenum">
              <a:rPr lang="zh-CN" altLang="en-US" smtClean="0"/>
              <a:t>27</a:t>
            </a:fld>
            <a:endParaRPr lang="zh-CN" altLang="en-US"/>
          </a:p>
        </p:txBody>
      </p:sp>
    </p:spTree>
    <p:extLst>
      <p:ext uri="{BB962C8B-B14F-4D97-AF65-F5344CB8AC3E}">
        <p14:creationId xmlns:p14="http://schemas.microsoft.com/office/powerpoint/2010/main" val="4234501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9858C-F9D7-4737-ADB0-04711F055DF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BAB1061-A676-4802-8A8B-EC40EC9108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FEBC3F5-337C-45E9-8F91-A25A0F8BE96C}"/>
              </a:ext>
            </a:extLst>
          </p:cNvPr>
          <p:cNvSpPr>
            <a:spLocks noGrp="1"/>
          </p:cNvSpPr>
          <p:nvPr>
            <p:ph type="dt" sz="half" idx="10"/>
          </p:nvPr>
        </p:nvSpPr>
        <p:spPr/>
        <p:txBody>
          <a:bodyPr/>
          <a:lstStyle/>
          <a:p>
            <a:fld id="{46282DEE-38FA-45D7-BFA1-43BB65F22C4E}" type="datetimeFigureOut">
              <a:rPr lang="zh-CN" altLang="en-US" smtClean="0"/>
              <a:t>2025/4/6</a:t>
            </a:fld>
            <a:endParaRPr lang="zh-CN" altLang="en-US"/>
          </a:p>
        </p:txBody>
      </p:sp>
      <p:sp>
        <p:nvSpPr>
          <p:cNvPr id="5" name="页脚占位符 4">
            <a:extLst>
              <a:ext uri="{FF2B5EF4-FFF2-40B4-BE49-F238E27FC236}">
                <a16:creationId xmlns:a16="http://schemas.microsoft.com/office/drawing/2014/main" id="{BBCCD7A5-FD9D-4A6D-A405-6707EE8720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35EEF07-297C-4500-99CF-1E78D897EEA6}"/>
              </a:ext>
            </a:extLst>
          </p:cNvPr>
          <p:cNvSpPr>
            <a:spLocks noGrp="1"/>
          </p:cNvSpPr>
          <p:nvPr>
            <p:ph type="sldNum" sz="quarter" idx="12"/>
          </p:nvPr>
        </p:nvSpPr>
        <p:spPr/>
        <p:txBody>
          <a:body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1754007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EAF400-EA74-4379-93D5-F8A3F896CF7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F018B9-AF4F-4CB7-94F9-4BB4121B52B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B7CC6A8-93D7-4090-A6F2-4F489CFC5633}"/>
              </a:ext>
            </a:extLst>
          </p:cNvPr>
          <p:cNvSpPr>
            <a:spLocks noGrp="1"/>
          </p:cNvSpPr>
          <p:nvPr>
            <p:ph type="dt" sz="half" idx="10"/>
          </p:nvPr>
        </p:nvSpPr>
        <p:spPr/>
        <p:txBody>
          <a:bodyPr/>
          <a:lstStyle/>
          <a:p>
            <a:fld id="{46282DEE-38FA-45D7-BFA1-43BB65F22C4E}" type="datetimeFigureOut">
              <a:rPr lang="zh-CN" altLang="en-US" smtClean="0"/>
              <a:t>2025/4/6</a:t>
            </a:fld>
            <a:endParaRPr lang="zh-CN" altLang="en-US"/>
          </a:p>
        </p:txBody>
      </p:sp>
      <p:sp>
        <p:nvSpPr>
          <p:cNvPr id="5" name="页脚占位符 4">
            <a:extLst>
              <a:ext uri="{FF2B5EF4-FFF2-40B4-BE49-F238E27FC236}">
                <a16:creationId xmlns:a16="http://schemas.microsoft.com/office/drawing/2014/main" id="{DA0AF9E4-DA36-4768-B0C4-F466548372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FE0AD29-A5AF-44FB-9CFD-76C25F38AA1A}"/>
              </a:ext>
            </a:extLst>
          </p:cNvPr>
          <p:cNvSpPr>
            <a:spLocks noGrp="1"/>
          </p:cNvSpPr>
          <p:nvPr>
            <p:ph type="sldNum" sz="quarter" idx="12"/>
          </p:nvPr>
        </p:nvSpPr>
        <p:spPr/>
        <p:txBody>
          <a:body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1040478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AC4540-629E-49E1-8392-A1FB8B7A282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AF6B6A0-3ECC-4AAA-8736-FF22A3B004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0276C11-9156-4469-9455-3CF7A45239A0}"/>
              </a:ext>
            </a:extLst>
          </p:cNvPr>
          <p:cNvSpPr>
            <a:spLocks noGrp="1"/>
          </p:cNvSpPr>
          <p:nvPr>
            <p:ph type="dt" sz="half" idx="10"/>
          </p:nvPr>
        </p:nvSpPr>
        <p:spPr/>
        <p:txBody>
          <a:bodyPr/>
          <a:lstStyle/>
          <a:p>
            <a:fld id="{46282DEE-38FA-45D7-BFA1-43BB65F22C4E}" type="datetimeFigureOut">
              <a:rPr lang="zh-CN" altLang="en-US" smtClean="0"/>
              <a:t>2025/4/6</a:t>
            </a:fld>
            <a:endParaRPr lang="zh-CN" altLang="en-US"/>
          </a:p>
        </p:txBody>
      </p:sp>
      <p:sp>
        <p:nvSpPr>
          <p:cNvPr id="5" name="页脚占位符 4">
            <a:extLst>
              <a:ext uri="{FF2B5EF4-FFF2-40B4-BE49-F238E27FC236}">
                <a16:creationId xmlns:a16="http://schemas.microsoft.com/office/drawing/2014/main" id="{5684716F-E0B3-4DFE-9471-552295B5DEC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3885B87-52CC-416F-8D2C-B6222EE404E3}"/>
              </a:ext>
            </a:extLst>
          </p:cNvPr>
          <p:cNvSpPr>
            <a:spLocks noGrp="1"/>
          </p:cNvSpPr>
          <p:nvPr>
            <p:ph type="sldNum" sz="quarter" idx="12"/>
          </p:nvPr>
        </p:nvSpPr>
        <p:spPr/>
        <p:txBody>
          <a:body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2606992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372FE9-5718-469E-8C4F-25848F93763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D287A2C-ABB1-495E-9EEB-BEB78CCE736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CEA6760-B0A2-41F1-9554-13DC5D3A445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0C93737-CEA9-43BF-8FA3-143582C49EBF}"/>
              </a:ext>
            </a:extLst>
          </p:cNvPr>
          <p:cNvSpPr>
            <a:spLocks noGrp="1"/>
          </p:cNvSpPr>
          <p:nvPr>
            <p:ph type="dt" sz="half" idx="10"/>
          </p:nvPr>
        </p:nvSpPr>
        <p:spPr/>
        <p:txBody>
          <a:bodyPr/>
          <a:lstStyle/>
          <a:p>
            <a:fld id="{46282DEE-38FA-45D7-BFA1-43BB65F22C4E}" type="datetimeFigureOut">
              <a:rPr lang="zh-CN" altLang="en-US" smtClean="0"/>
              <a:t>2025/4/6</a:t>
            </a:fld>
            <a:endParaRPr lang="zh-CN" altLang="en-US"/>
          </a:p>
        </p:txBody>
      </p:sp>
      <p:sp>
        <p:nvSpPr>
          <p:cNvPr id="6" name="页脚占位符 5">
            <a:extLst>
              <a:ext uri="{FF2B5EF4-FFF2-40B4-BE49-F238E27FC236}">
                <a16:creationId xmlns:a16="http://schemas.microsoft.com/office/drawing/2014/main" id="{38D506EA-611F-4BC7-80F2-9D1387C98C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09F291F-3989-455A-B3FE-BB682851CD01}"/>
              </a:ext>
            </a:extLst>
          </p:cNvPr>
          <p:cNvSpPr>
            <a:spLocks noGrp="1"/>
          </p:cNvSpPr>
          <p:nvPr>
            <p:ph type="sldNum" sz="quarter" idx="12"/>
          </p:nvPr>
        </p:nvSpPr>
        <p:spPr/>
        <p:txBody>
          <a:body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1704564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97D12A-D42F-415C-900E-D36AD756F7E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90701C1-1F43-4D41-A02A-F1C4068513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F7037C5-843B-4DEB-948A-5BD192AB8E3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4C4D7F7-5BF5-4839-8C6E-D46BFD9D0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4DF0C2D-AB9C-49E8-BD6A-ECBEBD5800F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3B61C4B-FDA6-4D44-A638-D3FF09FB7679}"/>
              </a:ext>
            </a:extLst>
          </p:cNvPr>
          <p:cNvSpPr>
            <a:spLocks noGrp="1"/>
          </p:cNvSpPr>
          <p:nvPr>
            <p:ph type="dt" sz="half" idx="10"/>
          </p:nvPr>
        </p:nvSpPr>
        <p:spPr/>
        <p:txBody>
          <a:bodyPr/>
          <a:lstStyle/>
          <a:p>
            <a:fld id="{46282DEE-38FA-45D7-BFA1-43BB65F22C4E}" type="datetimeFigureOut">
              <a:rPr lang="zh-CN" altLang="en-US" smtClean="0"/>
              <a:t>2025/4/6</a:t>
            </a:fld>
            <a:endParaRPr lang="zh-CN" altLang="en-US"/>
          </a:p>
        </p:txBody>
      </p:sp>
      <p:sp>
        <p:nvSpPr>
          <p:cNvPr id="8" name="页脚占位符 7">
            <a:extLst>
              <a:ext uri="{FF2B5EF4-FFF2-40B4-BE49-F238E27FC236}">
                <a16:creationId xmlns:a16="http://schemas.microsoft.com/office/drawing/2014/main" id="{C5FF48B2-0CA5-472F-BE4E-1D7DE068585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FAFE72B-194C-4E91-8B95-02853FF0CA28}"/>
              </a:ext>
            </a:extLst>
          </p:cNvPr>
          <p:cNvSpPr>
            <a:spLocks noGrp="1"/>
          </p:cNvSpPr>
          <p:nvPr>
            <p:ph type="sldNum" sz="quarter" idx="12"/>
          </p:nvPr>
        </p:nvSpPr>
        <p:spPr/>
        <p:txBody>
          <a:body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1449015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6E5298-0EF3-4E01-B22B-213B2BE3EE8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FED77F1-AD82-4458-B21D-B166122B2CCC}"/>
              </a:ext>
            </a:extLst>
          </p:cNvPr>
          <p:cNvSpPr>
            <a:spLocks noGrp="1"/>
          </p:cNvSpPr>
          <p:nvPr>
            <p:ph type="dt" sz="half" idx="10"/>
          </p:nvPr>
        </p:nvSpPr>
        <p:spPr/>
        <p:txBody>
          <a:bodyPr/>
          <a:lstStyle/>
          <a:p>
            <a:fld id="{46282DEE-38FA-45D7-BFA1-43BB65F22C4E}" type="datetimeFigureOut">
              <a:rPr lang="zh-CN" altLang="en-US" smtClean="0"/>
              <a:t>2025/4/6</a:t>
            </a:fld>
            <a:endParaRPr lang="zh-CN" altLang="en-US"/>
          </a:p>
        </p:txBody>
      </p:sp>
      <p:sp>
        <p:nvSpPr>
          <p:cNvPr id="4" name="页脚占位符 3">
            <a:extLst>
              <a:ext uri="{FF2B5EF4-FFF2-40B4-BE49-F238E27FC236}">
                <a16:creationId xmlns:a16="http://schemas.microsoft.com/office/drawing/2014/main" id="{317E0A81-72DB-4A4B-A125-9798E2FDA88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6E4BAA5-967B-4DE5-8061-FD5D85728124}"/>
              </a:ext>
            </a:extLst>
          </p:cNvPr>
          <p:cNvSpPr>
            <a:spLocks noGrp="1"/>
          </p:cNvSpPr>
          <p:nvPr>
            <p:ph type="sldNum" sz="quarter" idx="12"/>
          </p:nvPr>
        </p:nvSpPr>
        <p:spPr/>
        <p:txBody>
          <a:body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3856631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1091AD8-5C91-42DD-9040-AB98B70F6C96}"/>
              </a:ext>
            </a:extLst>
          </p:cNvPr>
          <p:cNvSpPr>
            <a:spLocks noGrp="1"/>
          </p:cNvSpPr>
          <p:nvPr>
            <p:ph type="dt" sz="half" idx="10"/>
          </p:nvPr>
        </p:nvSpPr>
        <p:spPr/>
        <p:txBody>
          <a:bodyPr/>
          <a:lstStyle/>
          <a:p>
            <a:fld id="{46282DEE-38FA-45D7-BFA1-43BB65F22C4E}" type="datetimeFigureOut">
              <a:rPr lang="zh-CN" altLang="en-US" smtClean="0"/>
              <a:t>2025/4/6</a:t>
            </a:fld>
            <a:endParaRPr lang="zh-CN" altLang="en-US"/>
          </a:p>
        </p:txBody>
      </p:sp>
      <p:sp>
        <p:nvSpPr>
          <p:cNvPr id="3" name="页脚占位符 2">
            <a:extLst>
              <a:ext uri="{FF2B5EF4-FFF2-40B4-BE49-F238E27FC236}">
                <a16:creationId xmlns:a16="http://schemas.microsoft.com/office/drawing/2014/main" id="{B565DF9C-D1B1-4435-AA57-BE5C5267102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FECEE75-112D-41EF-BEC6-2376EC458F8E}"/>
              </a:ext>
            </a:extLst>
          </p:cNvPr>
          <p:cNvSpPr>
            <a:spLocks noGrp="1"/>
          </p:cNvSpPr>
          <p:nvPr>
            <p:ph type="sldNum" sz="quarter" idx="12"/>
          </p:nvPr>
        </p:nvSpPr>
        <p:spPr/>
        <p:txBody>
          <a:body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2015382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CDA479-7EE5-418D-9984-969FFC60E3C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D0D934A-24B9-400B-893B-0ACE42BA30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8E0EAD9-79EE-49D9-B709-E086C8B8D0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70650F-3ABF-4B13-8C50-67839FD941A7}"/>
              </a:ext>
            </a:extLst>
          </p:cNvPr>
          <p:cNvSpPr>
            <a:spLocks noGrp="1"/>
          </p:cNvSpPr>
          <p:nvPr>
            <p:ph type="dt" sz="half" idx="10"/>
          </p:nvPr>
        </p:nvSpPr>
        <p:spPr/>
        <p:txBody>
          <a:bodyPr/>
          <a:lstStyle/>
          <a:p>
            <a:fld id="{46282DEE-38FA-45D7-BFA1-43BB65F22C4E}" type="datetimeFigureOut">
              <a:rPr lang="zh-CN" altLang="en-US" smtClean="0"/>
              <a:t>2025/4/6</a:t>
            </a:fld>
            <a:endParaRPr lang="zh-CN" altLang="en-US"/>
          </a:p>
        </p:txBody>
      </p:sp>
      <p:sp>
        <p:nvSpPr>
          <p:cNvPr id="6" name="页脚占位符 5">
            <a:extLst>
              <a:ext uri="{FF2B5EF4-FFF2-40B4-BE49-F238E27FC236}">
                <a16:creationId xmlns:a16="http://schemas.microsoft.com/office/drawing/2014/main" id="{A177C00C-774C-4905-BE16-2E4CFAEEB6D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3B926CC-A21B-4512-BA10-9C6C85D9D7D9}"/>
              </a:ext>
            </a:extLst>
          </p:cNvPr>
          <p:cNvSpPr>
            <a:spLocks noGrp="1"/>
          </p:cNvSpPr>
          <p:nvPr>
            <p:ph type="sldNum" sz="quarter" idx="12"/>
          </p:nvPr>
        </p:nvSpPr>
        <p:spPr/>
        <p:txBody>
          <a:body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3033456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3035FE-FCE5-4186-88A1-F9B9DD0CCC5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20A87D7-9351-4401-9006-748AA7221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B2CD4E4-BBA6-486E-BDDC-CC232EE1E0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21E52A3-29B3-48D3-AAFF-C9041942FAE0}"/>
              </a:ext>
            </a:extLst>
          </p:cNvPr>
          <p:cNvSpPr>
            <a:spLocks noGrp="1"/>
          </p:cNvSpPr>
          <p:nvPr>
            <p:ph type="dt" sz="half" idx="10"/>
          </p:nvPr>
        </p:nvSpPr>
        <p:spPr/>
        <p:txBody>
          <a:bodyPr/>
          <a:lstStyle/>
          <a:p>
            <a:fld id="{46282DEE-38FA-45D7-BFA1-43BB65F22C4E}" type="datetimeFigureOut">
              <a:rPr lang="zh-CN" altLang="en-US" smtClean="0"/>
              <a:t>2025/4/6</a:t>
            </a:fld>
            <a:endParaRPr lang="zh-CN" altLang="en-US"/>
          </a:p>
        </p:txBody>
      </p:sp>
      <p:sp>
        <p:nvSpPr>
          <p:cNvPr id="6" name="页脚占位符 5">
            <a:extLst>
              <a:ext uri="{FF2B5EF4-FFF2-40B4-BE49-F238E27FC236}">
                <a16:creationId xmlns:a16="http://schemas.microsoft.com/office/drawing/2014/main" id="{01A70C69-7081-4840-86E5-7CC0BEAE5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BE73C10-E74A-44A1-91DF-F78A9DB7DB9D}"/>
              </a:ext>
            </a:extLst>
          </p:cNvPr>
          <p:cNvSpPr>
            <a:spLocks noGrp="1"/>
          </p:cNvSpPr>
          <p:nvPr>
            <p:ph type="sldNum" sz="quarter" idx="12"/>
          </p:nvPr>
        </p:nvSpPr>
        <p:spPr/>
        <p:txBody>
          <a:body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1877788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BF4FCB-6AF2-44C2-BBFC-AE879F98F1F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7EFA50A-F8F1-4EC1-B7BF-BC0B0EE4CF8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46B5001-8010-46F0-9A86-28AF9DD044D9}"/>
              </a:ext>
            </a:extLst>
          </p:cNvPr>
          <p:cNvSpPr>
            <a:spLocks noGrp="1"/>
          </p:cNvSpPr>
          <p:nvPr>
            <p:ph type="dt" sz="half" idx="10"/>
          </p:nvPr>
        </p:nvSpPr>
        <p:spPr/>
        <p:txBody>
          <a:bodyPr/>
          <a:lstStyle/>
          <a:p>
            <a:fld id="{46282DEE-38FA-45D7-BFA1-43BB65F22C4E}" type="datetimeFigureOut">
              <a:rPr lang="zh-CN" altLang="en-US" smtClean="0"/>
              <a:t>2025/4/6</a:t>
            </a:fld>
            <a:endParaRPr lang="zh-CN" altLang="en-US"/>
          </a:p>
        </p:txBody>
      </p:sp>
      <p:sp>
        <p:nvSpPr>
          <p:cNvPr id="5" name="页脚占位符 4">
            <a:extLst>
              <a:ext uri="{FF2B5EF4-FFF2-40B4-BE49-F238E27FC236}">
                <a16:creationId xmlns:a16="http://schemas.microsoft.com/office/drawing/2014/main" id="{0F12FF55-6DDC-4E9A-A6BE-7F047F99790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804CC8-C671-4F17-8870-2022778C3C27}"/>
              </a:ext>
            </a:extLst>
          </p:cNvPr>
          <p:cNvSpPr>
            <a:spLocks noGrp="1"/>
          </p:cNvSpPr>
          <p:nvPr>
            <p:ph type="sldNum" sz="quarter" idx="12"/>
          </p:nvPr>
        </p:nvSpPr>
        <p:spPr/>
        <p:txBody>
          <a:body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733998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E5D08C5-15B6-4BA2-B894-0E4E48A15B2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75E6198-73CA-45CE-977E-5C890AD36AE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A662738-66CC-46E6-872E-A785932BB11B}"/>
              </a:ext>
            </a:extLst>
          </p:cNvPr>
          <p:cNvSpPr>
            <a:spLocks noGrp="1"/>
          </p:cNvSpPr>
          <p:nvPr>
            <p:ph type="dt" sz="half" idx="10"/>
          </p:nvPr>
        </p:nvSpPr>
        <p:spPr/>
        <p:txBody>
          <a:bodyPr/>
          <a:lstStyle/>
          <a:p>
            <a:fld id="{46282DEE-38FA-45D7-BFA1-43BB65F22C4E}" type="datetimeFigureOut">
              <a:rPr lang="zh-CN" altLang="en-US" smtClean="0"/>
              <a:t>2025/4/6</a:t>
            </a:fld>
            <a:endParaRPr lang="zh-CN" altLang="en-US"/>
          </a:p>
        </p:txBody>
      </p:sp>
      <p:sp>
        <p:nvSpPr>
          <p:cNvPr id="5" name="页脚占位符 4">
            <a:extLst>
              <a:ext uri="{FF2B5EF4-FFF2-40B4-BE49-F238E27FC236}">
                <a16:creationId xmlns:a16="http://schemas.microsoft.com/office/drawing/2014/main" id="{82E9F6F2-5CC2-44D1-AD46-C5E7F054FD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B278CF-17B9-4361-8336-7E2B0000D7E2}"/>
              </a:ext>
            </a:extLst>
          </p:cNvPr>
          <p:cNvSpPr>
            <a:spLocks noGrp="1"/>
          </p:cNvSpPr>
          <p:nvPr>
            <p:ph type="sldNum" sz="quarter" idx="12"/>
          </p:nvPr>
        </p:nvSpPr>
        <p:spPr/>
        <p:txBody>
          <a:body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2571195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4E4B0E8-2305-4A36-80B1-D3557C15F13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D47F0459-FF2A-4A01-824F-650689F0183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722C89A8-C9FC-4AAF-8230-902239CA4C8D}"/>
              </a:ext>
            </a:extLst>
          </p:cNvPr>
          <p:cNvSpPr>
            <a:spLocks noGrp="1" noChangeArrowheads="1"/>
          </p:cNvSpPr>
          <p:nvPr>
            <p:ph type="sldNum" sz="quarter" idx="12"/>
          </p:nvPr>
        </p:nvSpPr>
        <p:spPr>
          <a:ln/>
        </p:spPr>
        <p:txBody>
          <a:bodyPr/>
          <a:lstStyle>
            <a:lvl1pPr>
              <a:defRPr/>
            </a:lvl1pPr>
          </a:lstStyle>
          <a:p>
            <a:pPr>
              <a:defRPr/>
            </a:pPr>
            <a:fld id="{63767D4C-81F0-4D68-ACFF-5DED16467A4D}" type="slidenum">
              <a:rPr lang="en-US" altLang="zh-CN"/>
              <a:pPr>
                <a:defRPr/>
              </a:pPr>
              <a:t>‹#›</a:t>
            </a:fld>
            <a:endParaRPr lang="en-US" altLang="zh-CN"/>
          </a:p>
        </p:txBody>
      </p:sp>
    </p:spTree>
    <p:extLst>
      <p:ext uri="{BB962C8B-B14F-4D97-AF65-F5344CB8AC3E}">
        <p14:creationId xmlns:p14="http://schemas.microsoft.com/office/powerpoint/2010/main" val="3351905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a:t>Click to edit Master title style</a:t>
            </a:r>
            <a:endParaRPr lang="zh-HK" altLang="en-US"/>
          </a:p>
        </p:txBody>
      </p:sp>
      <p:sp>
        <p:nvSpPr>
          <p:cNvPr id="3" name="Rectangle 4">
            <a:extLst>
              <a:ext uri="{FF2B5EF4-FFF2-40B4-BE49-F238E27FC236}">
                <a16:creationId xmlns:a16="http://schemas.microsoft.com/office/drawing/2014/main" id="{B046B4EE-C068-4457-9E3E-A362A537B7D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A6ADB762-0327-4C27-94C6-469569DEDEC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EDC6BE3-BA35-4D70-BCAB-D0DF14B6D921}"/>
              </a:ext>
            </a:extLst>
          </p:cNvPr>
          <p:cNvSpPr>
            <a:spLocks noGrp="1" noChangeArrowheads="1"/>
          </p:cNvSpPr>
          <p:nvPr>
            <p:ph type="sldNum" sz="quarter" idx="12"/>
          </p:nvPr>
        </p:nvSpPr>
        <p:spPr>
          <a:ln/>
        </p:spPr>
        <p:txBody>
          <a:bodyPr/>
          <a:lstStyle>
            <a:lvl1pPr>
              <a:defRPr/>
            </a:lvl1pPr>
          </a:lstStyle>
          <a:p>
            <a:pPr>
              <a:defRPr/>
            </a:pPr>
            <a:fld id="{84DB02D4-1673-477F-9FD5-52E5D9A7062E}" type="slidenum">
              <a:rPr lang="en-US" altLang="zh-CN"/>
              <a:pPr>
                <a:defRPr/>
              </a:pPr>
              <a:t>‹#›</a:t>
            </a:fld>
            <a:endParaRPr lang="en-US" altLang="zh-CN"/>
          </a:p>
        </p:txBody>
      </p:sp>
    </p:spTree>
    <p:extLst>
      <p:ext uri="{BB962C8B-B14F-4D97-AF65-F5344CB8AC3E}">
        <p14:creationId xmlns:p14="http://schemas.microsoft.com/office/powerpoint/2010/main" val="1201764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DB9B61C-3E86-49A6-AFF7-4C1F3A72DA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8207CDA-856C-4DD4-92C5-8DE2563703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4B8EA4-09D1-4596-ACA1-B8E8164E29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282DEE-38FA-45D7-BFA1-43BB65F22C4E}" type="datetimeFigureOut">
              <a:rPr lang="zh-CN" altLang="en-US" smtClean="0"/>
              <a:t>2025/4/6</a:t>
            </a:fld>
            <a:endParaRPr lang="zh-CN" altLang="en-US"/>
          </a:p>
        </p:txBody>
      </p:sp>
      <p:sp>
        <p:nvSpPr>
          <p:cNvPr id="5" name="页脚占位符 4">
            <a:extLst>
              <a:ext uri="{FF2B5EF4-FFF2-40B4-BE49-F238E27FC236}">
                <a16:creationId xmlns:a16="http://schemas.microsoft.com/office/drawing/2014/main" id="{CDF7BF64-44F1-46D1-9F4F-D866BDDCDC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9EE3A9E-F806-4838-932E-51F637E2A1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612E35-D5C0-4B5B-AB94-480ACB4FE3F7}" type="slidenum">
              <a:rPr lang="zh-CN" altLang="en-US" smtClean="0"/>
              <a:t>‹#›</a:t>
            </a:fld>
            <a:endParaRPr lang="zh-CN" altLang="en-US"/>
          </a:p>
        </p:txBody>
      </p:sp>
    </p:spTree>
    <p:extLst>
      <p:ext uri="{BB962C8B-B14F-4D97-AF65-F5344CB8AC3E}">
        <p14:creationId xmlns:p14="http://schemas.microsoft.com/office/powerpoint/2010/main" val="4403589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1"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F1F012E-EF6A-4F6A-B684-7AD58500339E}"/>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EBC50306-026A-4E19-A33E-C7B87E0A1CEC}"/>
              </a:ext>
            </a:extLst>
          </p:cNvPr>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A4FE9D1B-1B28-4FDA-A8BA-AC60DFA55241}"/>
              </a:ext>
            </a:extLst>
          </p:cNvPr>
          <p:cNvSpPr>
            <a:spLocks noGrp="1" noChangeArrowheads="1"/>
          </p:cNvSpPr>
          <p:nvPr>
            <p:ph type="dt" sz="half" idx="2"/>
          </p:nvPr>
        </p:nvSpPr>
        <p:spPr bwMode="auto">
          <a:xfrm>
            <a:off x="609600" y="6245225"/>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pitchFamily="34" charset="0"/>
                <a:ea typeface="宋体" pitchFamily="2" charset="-122"/>
                <a:cs typeface="+mn-cs"/>
              </a:defRPr>
            </a:lvl1pPr>
          </a:lstStyle>
          <a:p>
            <a:pPr>
              <a:defRPr/>
            </a:pPr>
            <a:endParaRPr lang="en-US" altLang="zh-CN"/>
          </a:p>
        </p:txBody>
      </p:sp>
      <p:sp>
        <p:nvSpPr>
          <p:cNvPr id="1029" name="Rectangle 5">
            <a:extLst>
              <a:ext uri="{FF2B5EF4-FFF2-40B4-BE49-F238E27FC236}">
                <a16:creationId xmlns:a16="http://schemas.microsoft.com/office/drawing/2014/main" id="{1E396D66-D6B1-4A6C-9877-A3C9E36F1D76}"/>
              </a:ext>
            </a:extLst>
          </p:cNvPr>
          <p:cNvSpPr>
            <a:spLocks noGrp="1" noChangeArrowheads="1"/>
          </p:cNvSpPr>
          <p:nvPr>
            <p:ph type="ftr" sz="quarter" idx="3"/>
          </p:nvPr>
        </p:nvSpPr>
        <p:spPr bwMode="auto">
          <a:xfrm>
            <a:off x="4165600" y="6245225"/>
            <a:ext cx="3860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ea typeface="宋体" pitchFamily="2" charset="-122"/>
                <a:cs typeface="+mn-cs"/>
              </a:defRPr>
            </a:lvl1pPr>
          </a:lstStyle>
          <a:p>
            <a:pPr>
              <a:defRPr/>
            </a:pPr>
            <a:endParaRPr lang="en-US" altLang="zh-CN"/>
          </a:p>
        </p:txBody>
      </p:sp>
      <p:sp>
        <p:nvSpPr>
          <p:cNvPr id="1030" name="Rectangle 6">
            <a:extLst>
              <a:ext uri="{FF2B5EF4-FFF2-40B4-BE49-F238E27FC236}">
                <a16:creationId xmlns:a16="http://schemas.microsoft.com/office/drawing/2014/main" id="{48331C54-6D96-4473-908E-0D24F6710623}"/>
              </a:ext>
            </a:extLst>
          </p:cNvPr>
          <p:cNvSpPr>
            <a:spLocks noGrp="1" noChangeArrowheads="1"/>
          </p:cNvSpPr>
          <p:nvPr>
            <p:ph type="sldNum" sz="quarter" idx="4"/>
          </p:nvPr>
        </p:nvSpPr>
        <p:spPr bwMode="auto">
          <a:xfrm>
            <a:off x="8737600" y="6245225"/>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D08BBD64-477D-4C44-B0A5-880450C7DDD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宋体" charset="0"/>
        </a:defRPr>
      </a:lvl1pPr>
      <a:lvl2pPr algn="ctr" rtl="0" eaLnBrk="0" fontAlgn="base" hangingPunct="0">
        <a:spcBef>
          <a:spcPct val="0"/>
        </a:spcBef>
        <a:spcAft>
          <a:spcPct val="0"/>
        </a:spcAft>
        <a:defRPr kumimoji="1" sz="4400">
          <a:solidFill>
            <a:schemeClr val="tx2"/>
          </a:solidFill>
          <a:latin typeface="Arial" pitchFamily="34" charset="0"/>
          <a:ea typeface="宋体" pitchFamily="2" charset="-122"/>
          <a:cs typeface="宋体" charset="0"/>
        </a:defRPr>
      </a:lvl2pPr>
      <a:lvl3pPr algn="ctr" rtl="0" eaLnBrk="0" fontAlgn="base" hangingPunct="0">
        <a:spcBef>
          <a:spcPct val="0"/>
        </a:spcBef>
        <a:spcAft>
          <a:spcPct val="0"/>
        </a:spcAft>
        <a:defRPr kumimoji="1" sz="4400">
          <a:solidFill>
            <a:schemeClr val="tx2"/>
          </a:solidFill>
          <a:latin typeface="Arial" pitchFamily="34" charset="0"/>
          <a:ea typeface="宋体" pitchFamily="2" charset="-122"/>
          <a:cs typeface="宋体" charset="0"/>
        </a:defRPr>
      </a:lvl3pPr>
      <a:lvl4pPr algn="ctr" rtl="0" eaLnBrk="0" fontAlgn="base" hangingPunct="0">
        <a:spcBef>
          <a:spcPct val="0"/>
        </a:spcBef>
        <a:spcAft>
          <a:spcPct val="0"/>
        </a:spcAft>
        <a:defRPr kumimoji="1" sz="4400">
          <a:solidFill>
            <a:schemeClr val="tx2"/>
          </a:solidFill>
          <a:latin typeface="Arial" pitchFamily="34" charset="0"/>
          <a:ea typeface="宋体" pitchFamily="2" charset="-122"/>
          <a:cs typeface="宋体" charset="0"/>
        </a:defRPr>
      </a:lvl4pPr>
      <a:lvl5pPr algn="ctr" rtl="0" eaLnBrk="0" fontAlgn="base" hangingPunct="0">
        <a:spcBef>
          <a:spcPct val="0"/>
        </a:spcBef>
        <a:spcAft>
          <a:spcPct val="0"/>
        </a:spcAft>
        <a:defRPr kumimoji="1" sz="4400">
          <a:solidFill>
            <a:schemeClr val="tx2"/>
          </a:solidFill>
          <a:latin typeface="Arial" pitchFamily="34" charset="0"/>
          <a:ea typeface="宋体" pitchFamily="2" charset="-122"/>
          <a:cs typeface="宋体" charset="0"/>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宋体" charset="0"/>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cs.cmu.edu/afs/cs/academic/class/15492-f07/www/pthreads.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68113E-0240-48F3-ABC3-E10F111F1777}"/>
              </a:ext>
            </a:extLst>
          </p:cNvPr>
          <p:cNvSpPr>
            <a:spLocks noGrp="1"/>
          </p:cNvSpPr>
          <p:nvPr>
            <p:ph type="ctrTitle"/>
          </p:nvPr>
        </p:nvSpPr>
        <p:spPr>
          <a:xfrm>
            <a:off x="0" y="406400"/>
            <a:ext cx="12192000" cy="2387600"/>
          </a:xfrm>
        </p:spPr>
        <p:txBody>
          <a:bodyPr/>
          <a:lstStyle/>
          <a:p>
            <a:r>
              <a:rPr lang="en-US" altLang="zh-CN"/>
              <a:t>Project Assignment: COMP4621</a:t>
            </a:r>
            <a:endParaRPr lang="zh-CN" altLang="en-US"/>
          </a:p>
        </p:txBody>
      </p:sp>
      <p:sp>
        <p:nvSpPr>
          <p:cNvPr id="3" name="副标题 2">
            <a:extLst>
              <a:ext uri="{FF2B5EF4-FFF2-40B4-BE49-F238E27FC236}">
                <a16:creationId xmlns:a16="http://schemas.microsoft.com/office/drawing/2014/main" id="{BD518A67-42A6-4A0E-9C5E-EEE3A2996BE4}"/>
              </a:ext>
            </a:extLst>
          </p:cNvPr>
          <p:cNvSpPr>
            <a:spLocks noGrp="1"/>
          </p:cNvSpPr>
          <p:nvPr>
            <p:ph type="subTitle" idx="1"/>
          </p:nvPr>
        </p:nvSpPr>
        <p:spPr>
          <a:xfrm>
            <a:off x="0" y="3006614"/>
            <a:ext cx="12192000" cy="1980056"/>
          </a:xfrm>
        </p:spPr>
        <p:txBody>
          <a:bodyPr vert="horz" lIns="91440" tIns="45720" rIns="91440" bIns="45720" rtlCol="0" anchor="t">
            <a:normAutofit/>
          </a:bodyPr>
          <a:lstStyle/>
          <a:p>
            <a:r>
              <a:rPr lang="en-US" altLang="zh-HK" sz="3600" dirty="0"/>
              <a:t>Build a file sharing chatroom application</a:t>
            </a:r>
            <a:endParaRPr lang="en-US" altLang="zh-CN" sz="3600" dirty="0"/>
          </a:p>
          <a:p>
            <a:endParaRPr lang="en-US" altLang="zh-CN" sz="3600" dirty="0">
              <a:solidFill>
                <a:srgbClr val="0070C0"/>
              </a:solidFill>
            </a:endParaRPr>
          </a:p>
        </p:txBody>
      </p:sp>
      <p:sp>
        <p:nvSpPr>
          <p:cNvPr id="4" name="文本框 3">
            <a:extLst>
              <a:ext uri="{FF2B5EF4-FFF2-40B4-BE49-F238E27FC236}">
                <a16:creationId xmlns:a16="http://schemas.microsoft.com/office/drawing/2014/main" id="{0EBEF46A-A1AA-43B4-ACB3-04F5C8BC635F}"/>
              </a:ext>
            </a:extLst>
          </p:cNvPr>
          <p:cNvSpPr txBox="1"/>
          <p:nvPr/>
        </p:nvSpPr>
        <p:spPr>
          <a:xfrm>
            <a:off x="3071317" y="4477207"/>
            <a:ext cx="6049366" cy="1569660"/>
          </a:xfrm>
          <a:prstGeom prst="rect">
            <a:avLst/>
          </a:prstGeom>
          <a:noFill/>
        </p:spPr>
        <p:txBody>
          <a:bodyPr wrap="square" rtlCol="0">
            <a:spAutoFit/>
          </a:bodyPr>
          <a:lstStyle/>
          <a:p>
            <a:pPr algn="ctr"/>
            <a:r>
              <a:rPr lang="en-US" altLang="zh-CN" sz="3200" dirty="0">
                <a:solidFill>
                  <a:srgbClr val="0070C0"/>
                </a:solidFill>
              </a:rPr>
              <a:t>Spring 2025</a:t>
            </a:r>
            <a:endParaRPr lang="en-US" altLang="zh-CN" sz="3200" dirty="0">
              <a:solidFill>
                <a:srgbClr val="0070C0"/>
              </a:solidFill>
              <a:latin typeface="+mj-lt"/>
            </a:endParaRPr>
          </a:p>
          <a:p>
            <a:pPr algn="ctr"/>
            <a:r>
              <a:rPr lang="en-US" altLang="zh-CN" sz="3200" dirty="0">
                <a:solidFill>
                  <a:srgbClr val="0070C0"/>
                </a:solidFill>
                <a:latin typeface="+mj-lt"/>
              </a:rPr>
              <a:t>TA: </a:t>
            </a:r>
            <a:r>
              <a:rPr lang="en-US" altLang="zh-CN" sz="3200" dirty="0" err="1">
                <a:solidFill>
                  <a:srgbClr val="0070C0"/>
                </a:solidFill>
                <a:latin typeface="+mj-lt"/>
              </a:rPr>
              <a:t>Lunxi</a:t>
            </a:r>
            <a:r>
              <a:rPr lang="en-US" altLang="zh-CN" sz="3200" dirty="0">
                <a:solidFill>
                  <a:srgbClr val="0070C0"/>
                </a:solidFill>
                <a:latin typeface="+mj-lt"/>
              </a:rPr>
              <a:t> CAO</a:t>
            </a:r>
          </a:p>
          <a:p>
            <a:pPr algn="ctr"/>
            <a:r>
              <a:rPr lang="en-US" altLang="zh-CN" sz="3200" dirty="0">
                <a:solidFill>
                  <a:srgbClr val="0070C0"/>
                </a:solidFill>
                <a:latin typeface="+mj-lt"/>
              </a:rPr>
              <a:t>E-mail: </a:t>
            </a:r>
            <a:r>
              <a:rPr lang="en-US" altLang="zh-CN" sz="3200" dirty="0" err="1">
                <a:solidFill>
                  <a:srgbClr val="0070C0"/>
                </a:solidFill>
                <a:latin typeface="+mj-lt"/>
              </a:rPr>
              <a:t>lcaoar@connect.ust.hk</a:t>
            </a:r>
            <a:endParaRPr lang="zh-CN" altLang="en-US" sz="3200" dirty="0">
              <a:solidFill>
                <a:srgbClr val="0070C0"/>
              </a:solidFill>
              <a:latin typeface="+mj-lt"/>
            </a:endParaRPr>
          </a:p>
        </p:txBody>
      </p:sp>
    </p:spTree>
    <p:extLst>
      <p:ext uri="{BB962C8B-B14F-4D97-AF65-F5344CB8AC3E}">
        <p14:creationId xmlns:p14="http://schemas.microsoft.com/office/powerpoint/2010/main" val="4256617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BE8792-2154-4AC7-988C-4687B0B4B407}"/>
              </a:ext>
            </a:extLst>
          </p:cNvPr>
          <p:cNvSpPr>
            <a:spLocks noGrp="1"/>
          </p:cNvSpPr>
          <p:nvPr>
            <p:ph type="title"/>
          </p:nvPr>
        </p:nvSpPr>
        <p:spPr/>
        <p:txBody>
          <a:bodyPr/>
          <a:lstStyle/>
          <a:p>
            <a:r>
              <a:rPr lang="en-US" altLang="zh-CN"/>
              <a:t>Outline</a:t>
            </a:r>
            <a:endParaRPr lang="zh-CN" altLang="en-US"/>
          </a:p>
        </p:txBody>
      </p:sp>
      <p:sp>
        <p:nvSpPr>
          <p:cNvPr id="3" name="内容占位符 2">
            <a:extLst>
              <a:ext uri="{FF2B5EF4-FFF2-40B4-BE49-F238E27FC236}">
                <a16:creationId xmlns:a16="http://schemas.microsoft.com/office/drawing/2014/main" id="{F13165BB-657E-4F16-BDCC-27FBE8927608}"/>
              </a:ext>
            </a:extLst>
          </p:cNvPr>
          <p:cNvSpPr>
            <a:spLocks noGrp="1"/>
          </p:cNvSpPr>
          <p:nvPr>
            <p:ph idx="1"/>
          </p:nvPr>
        </p:nvSpPr>
        <p:spPr>
          <a:xfrm>
            <a:off x="838200" y="1817236"/>
            <a:ext cx="10515600" cy="4351338"/>
          </a:xfrm>
        </p:spPr>
        <p:txBody>
          <a:bodyPr/>
          <a:lstStyle/>
          <a:p>
            <a:pPr>
              <a:buFont typeface="Arial" panose="020B0604020202020204" pitchFamily="34" charset="0"/>
              <a:buChar char="•"/>
            </a:pPr>
            <a:r>
              <a:rPr lang="en-US" altLang="zh-HK" dirty="0"/>
              <a:t>Review of concurrent client-server</a:t>
            </a:r>
          </a:p>
          <a:p>
            <a:pPr>
              <a:buFont typeface="Arial" panose="020B0604020202020204" pitchFamily="34" charset="0"/>
              <a:buChar char="•"/>
            </a:pPr>
            <a:r>
              <a:rPr lang="en-US" altLang="zh-HK" dirty="0"/>
              <a:t>Multi-thread method (</a:t>
            </a:r>
            <a:r>
              <a:rPr lang="en-US" altLang="zh-HK" b="1" dirty="0" err="1"/>
              <a:t>pthreads</a:t>
            </a:r>
            <a:r>
              <a:rPr lang="en-US" altLang="zh-HK" dirty="0"/>
              <a:t>)</a:t>
            </a:r>
          </a:p>
          <a:p>
            <a:pPr>
              <a:buFont typeface="Arial" panose="020B0604020202020204" pitchFamily="34" charset="0"/>
              <a:buChar char="•"/>
            </a:pPr>
            <a:r>
              <a:rPr lang="en-US" altLang="zh-HK" dirty="0"/>
              <a:t>Programming project introduction</a:t>
            </a:r>
          </a:p>
        </p:txBody>
      </p:sp>
    </p:spTree>
    <p:extLst>
      <p:ext uri="{BB962C8B-B14F-4D97-AF65-F5344CB8AC3E}">
        <p14:creationId xmlns:p14="http://schemas.microsoft.com/office/powerpoint/2010/main" val="2905501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E392FD-03F7-D147-BF7D-F2E7CCB79E42}"/>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a:t>Review</a:t>
            </a:r>
            <a:endParaRPr lang="zh-CN" altLang="en-US"/>
          </a:p>
        </p:txBody>
      </p:sp>
      <p:sp>
        <p:nvSpPr>
          <p:cNvPr id="3" name="文本框 2"/>
          <p:cNvSpPr txBox="1"/>
          <p:nvPr/>
        </p:nvSpPr>
        <p:spPr>
          <a:xfrm>
            <a:off x="990600" y="1770434"/>
            <a:ext cx="10642059" cy="3416320"/>
          </a:xfrm>
          <a:prstGeom prst="rect">
            <a:avLst/>
          </a:prstGeom>
          <a:noFill/>
        </p:spPr>
        <p:txBody>
          <a:bodyPr wrap="square" rtlCol="0">
            <a:spAutoFit/>
          </a:bodyPr>
          <a:lstStyle/>
          <a:p>
            <a:r>
              <a:rPr lang="en-US" altLang="zh-CN" sz="2400"/>
              <a:t>We have learned multiple technique for concurrency:</a:t>
            </a:r>
          </a:p>
          <a:p>
            <a:pPr marL="342900" indent="-342900">
              <a:buAutoNum type="arabicPeriod"/>
            </a:pPr>
            <a:r>
              <a:rPr lang="en-US" altLang="zh-CN" sz="2400"/>
              <a:t>fork(): Creating multiple processes. Fork a new process for each connection.</a:t>
            </a:r>
          </a:p>
          <a:p>
            <a:pPr marL="342900" indent="-342900">
              <a:buAutoNum type="arabicPeriod"/>
            </a:pPr>
            <a:r>
              <a:rPr lang="en-US" altLang="zh-CN" sz="2400" err="1"/>
              <a:t>settimeout</a:t>
            </a:r>
            <a:r>
              <a:rPr lang="en-US" altLang="zh-CN" sz="2400"/>
              <a:t>: Setting a timeout for each connection so that the process wouldn’t be occupied by a single connection.</a:t>
            </a:r>
          </a:p>
          <a:p>
            <a:pPr marL="342900" indent="-342900">
              <a:buAutoNum type="arabicPeriod"/>
            </a:pPr>
            <a:r>
              <a:rPr lang="en-US" altLang="zh-CN" sz="2400"/>
              <a:t>poll()/select(): Using an overall mechanism to manage all blocking operations (e.g., </a:t>
            </a:r>
            <a:r>
              <a:rPr lang="en-US" altLang="zh-CN" sz="2400" err="1"/>
              <a:t>recv</a:t>
            </a:r>
            <a:r>
              <a:rPr lang="en-US" altLang="zh-CN" sz="2400"/>
              <a:t>(), listen()).</a:t>
            </a:r>
          </a:p>
          <a:p>
            <a:pPr marL="342900" indent="-342900">
              <a:buAutoNum type="arabicPeriod"/>
            </a:pPr>
            <a:endParaRPr lang="en-US" altLang="zh-CN" sz="2400"/>
          </a:p>
          <a:p>
            <a:r>
              <a:rPr lang="en-US" altLang="zh-CN" sz="2400"/>
              <a:t>Today, we introduce another technique:</a:t>
            </a:r>
          </a:p>
          <a:p>
            <a:r>
              <a:rPr lang="en-US" altLang="zh-CN" sz="2400"/>
              <a:t>4.  multi-threading: a light-weight fork().</a:t>
            </a:r>
            <a:endParaRPr lang="zh-CN" altLang="en-US" sz="2400"/>
          </a:p>
        </p:txBody>
      </p:sp>
    </p:spTree>
    <p:extLst>
      <p:ext uri="{BB962C8B-B14F-4D97-AF65-F5344CB8AC3E}">
        <p14:creationId xmlns:p14="http://schemas.microsoft.com/office/powerpoint/2010/main" val="4239698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7D73E8-5611-5CC5-9A98-44C7A7BBF101}"/>
              </a:ext>
            </a:extLst>
          </p:cNvPr>
          <p:cNvSpPr>
            <a:spLocks noGrp="1"/>
          </p:cNvSpPr>
          <p:nvPr>
            <p:ph type="title"/>
          </p:nvPr>
        </p:nvSpPr>
        <p:spPr/>
        <p:txBody>
          <a:bodyPr/>
          <a:lstStyle/>
          <a:p>
            <a:r>
              <a:rPr lang="en-US" altLang="zh-Hans-HK" dirty="0" err="1"/>
              <a:t>Pthreads</a:t>
            </a:r>
            <a:endParaRPr lang="zh-Hans-HK" altLang="en-US" dirty="0"/>
          </a:p>
        </p:txBody>
      </p:sp>
      <p:pic>
        <p:nvPicPr>
          <p:cNvPr id="4" name="Picture 3" descr="forkjoin.gif">
            <a:extLst>
              <a:ext uri="{FF2B5EF4-FFF2-40B4-BE49-F238E27FC236}">
                <a16:creationId xmlns:a16="http://schemas.microsoft.com/office/drawing/2014/main" id="{A5F1E9CB-F197-3A7D-ECE1-4672C65AFE3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23726" y="1818210"/>
            <a:ext cx="5527643" cy="481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C1A6E751-9573-8E6C-BAAC-98773B97FEE8}"/>
              </a:ext>
            </a:extLst>
          </p:cNvPr>
          <p:cNvSpPr txBox="1"/>
          <p:nvPr/>
        </p:nvSpPr>
        <p:spPr>
          <a:xfrm>
            <a:off x="240631" y="1595021"/>
            <a:ext cx="5991727" cy="5262979"/>
          </a:xfrm>
          <a:prstGeom prst="rect">
            <a:avLst/>
          </a:prstGeom>
          <a:noFill/>
        </p:spPr>
        <p:txBody>
          <a:bodyPr wrap="square">
            <a:spAutoFit/>
          </a:bodyPr>
          <a:lstStyle/>
          <a:p>
            <a:r>
              <a:rPr lang="en-US" altLang="zh-Hans-HK" sz="2400" dirty="0" err="1"/>
              <a:t>Pthreads</a:t>
            </a:r>
            <a:r>
              <a:rPr lang="en-US" altLang="zh-Hans-HK" sz="2400" dirty="0"/>
              <a:t> is a set of threading interfaces developed by IEEE, responsible for specifying the Portable Operating System Interface for UNIX (POSIX). </a:t>
            </a:r>
          </a:p>
          <a:p>
            <a:endParaRPr lang="en-US" altLang="zh-Hans-HK" sz="2400" dirty="0"/>
          </a:p>
          <a:p>
            <a:r>
              <a:rPr lang="en-US" altLang="zh-Hans-HK" sz="2400" dirty="0" err="1"/>
              <a:t>Pthreads</a:t>
            </a:r>
            <a:r>
              <a:rPr lang="en-US" altLang="zh-Hans-HK" sz="2400" dirty="0"/>
              <a:t> specifies APIs to handle most of the behavior required by threads, including creating and terminating threads, waiting for threads to complete, and managing interactions between threads.</a:t>
            </a:r>
          </a:p>
          <a:p>
            <a:endParaRPr lang="en-US" altLang="zh-Hans-HK" sz="2400" dirty="0"/>
          </a:p>
          <a:p>
            <a:r>
              <a:rPr lang="en-US" altLang="zh-Hans-HK" sz="2400" dirty="0"/>
              <a:t>In the Linux/MacOS environments, you can consult the man pages for </a:t>
            </a:r>
            <a:r>
              <a:rPr lang="en-US" altLang="zh-Hans-HK" sz="2400" dirty="0" err="1"/>
              <a:t>pthread</a:t>
            </a:r>
            <a:r>
              <a:rPr lang="en-US" altLang="zh-Hans-HK" sz="2400" dirty="0"/>
              <a:t> functions such as </a:t>
            </a:r>
            <a:r>
              <a:rPr lang="en-US" altLang="zh-Hans-HK" sz="2400" dirty="0" err="1"/>
              <a:t>pthread_create</a:t>
            </a:r>
            <a:r>
              <a:rPr lang="en-US" altLang="zh-Hans-HK" sz="2400" dirty="0"/>
              <a:t>().</a:t>
            </a:r>
          </a:p>
        </p:txBody>
      </p:sp>
    </p:spTree>
    <p:extLst>
      <p:ext uri="{BB962C8B-B14F-4D97-AF65-F5344CB8AC3E}">
        <p14:creationId xmlns:p14="http://schemas.microsoft.com/office/powerpoint/2010/main" val="1577008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C0AEE8-9DFB-E879-9FD3-6200F6EEB943}"/>
              </a:ext>
            </a:extLst>
          </p:cNvPr>
          <p:cNvSpPr>
            <a:spLocks noGrp="1"/>
          </p:cNvSpPr>
          <p:nvPr>
            <p:ph type="title"/>
          </p:nvPr>
        </p:nvSpPr>
        <p:spPr/>
        <p:txBody>
          <a:bodyPr/>
          <a:lstStyle/>
          <a:p>
            <a:r>
              <a:rPr lang="en-US" altLang="zh-Hans-HK" dirty="0" err="1"/>
              <a:t>Pthreads</a:t>
            </a:r>
            <a:endParaRPr lang="zh-Hans-HK" altLang="en-US" dirty="0"/>
          </a:p>
        </p:txBody>
      </p:sp>
      <p:sp>
        <p:nvSpPr>
          <p:cNvPr id="9" name="Rectangle 3">
            <a:extLst>
              <a:ext uri="{FF2B5EF4-FFF2-40B4-BE49-F238E27FC236}">
                <a16:creationId xmlns:a16="http://schemas.microsoft.com/office/drawing/2014/main" id="{48C4DCED-8FAB-BD5D-05D6-A3777FEF6FFA}"/>
              </a:ext>
            </a:extLst>
          </p:cNvPr>
          <p:cNvSpPr/>
          <p:nvPr/>
        </p:nvSpPr>
        <p:spPr>
          <a:xfrm>
            <a:off x="737305" y="1605297"/>
            <a:ext cx="7326312" cy="2592387"/>
          </a:xfrm>
          <a:prstGeom prst="rect">
            <a:avLst/>
          </a:prstGeom>
        </p:spPr>
        <p:txBody>
          <a:bodyPr>
            <a:spAutoFit/>
          </a:bodyPr>
          <a:lstStyle/>
          <a:p>
            <a:pPr>
              <a:spcBef>
                <a:spcPct val="20000"/>
              </a:spcBef>
              <a:buClr>
                <a:schemeClr val="tx1"/>
              </a:buClr>
              <a:buSzPct val="60000"/>
              <a:buFont typeface="Wingdings" pitchFamily="2" charset="2"/>
              <a:buNone/>
              <a:defRPr/>
            </a:pPr>
            <a:r>
              <a:rPr lang="en-US" sz="2800" dirty="0">
                <a:latin typeface="+mn-lt"/>
              </a:rPr>
              <a:t>int </a:t>
            </a:r>
            <a:r>
              <a:rPr lang="en-US" sz="2800" dirty="0" err="1">
                <a:latin typeface="+mn-lt"/>
              </a:rPr>
              <a:t>pthread_create</a:t>
            </a:r>
            <a:r>
              <a:rPr lang="en-US" sz="2800" dirty="0">
                <a:latin typeface="+mn-lt"/>
              </a:rPr>
              <a:t> (</a:t>
            </a:r>
          </a:p>
          <a:p>
            <a:pPr>
              <a:spcBef>
                <a:spcPct val="20000"/>
              </a:spcBef>
              <a:buClr>
                <a:schemeClr val="tx1"/>
              </a:buClr>
              <a:buSzPct val="60000"/>
              <a:buFont typeface="Wingdings" pitchFamily="2" charset="2"/>
              <a:buNone/>
              <a:defRPr/>
            </a:pPr>
            <a:r>
              <a:rPr lang="en-US" sz="2800" dirty="0">
                <a:latin typeface="+mn-lt"/>
              </a:rPr>
              <a:t>	</a:t>
            </a:r>
            <a:r>
              <a:rPr lang="en-US" sz="2800" dirty="0" err="1">
                <a:latin typeface="+mn-lt"/>
              </a:rPr>
              <a:t>pthread_t</a:t>
            </a:r>
            <a:r>
              <a:rPr lang="en-US" sz="2800" dirty="0">
                <a:latin typeface="+mn-lt"/>
              </a:rPr>
              <a:t>*  thread,</a:t>
            </a:r>
          </a:p>
          <a:p>
            <a:pPr>
              <a:spcBef>
                <a:spcPct val="20000"/>
              </a:spcBef>
              <a:buClr>
                <a:schemeClr val="tx1"/>
              </a:buClr>
              <a:buSzPct val="60000"/>
              <a:buFont typeface="Wingdings" pitchFamily="2" charset="2"/>
              <a:buNone/>
              <a:defRPr/>
            </a:pPr>
            <a:r>
              <a:rPr lang="en-US" sz="2800" dirty="0">
                <a:latin typeface="+mn-lt"/>
              </a:rPr>
              <a:t>	const </a:t>
            </a:r>
            <a:r>
              <a:rPr lang="en-US" sz="2800" dirty="0" err="1">
                <a:latin typeface="+mn-lt"/>
              </a:rPr>
              <a:t>pthread_attr_t</a:t>
            </a:r>
            <a:r>
              <a:rPr lang="en-US" sz="2800" dirty="0">
                <a:latin typeface="+mn-lt"/>
              </a:rPr>
              <a:t>*  </a:t>
            </a:r>
            <a:r>
              <a:rPr lang="en-US" sz="2800" dirty="0" err="1">
                <a:latin typeface="+mn-lt"/>
              </a:rPr>
              <a:t>attr</a:t>
            </a:r>
            <a:r>
              <a:rPr lang="en-US" sz="2800" dirty="0">
                <a:latin typeface="+mn-lt"/>
              </a:rPr>
              <a:t>,</a:t>
            </a:r>
          </a:p>
          <a:p>
            <a:pPr>
              <a:spcBef>
                <a:spcPct val="20000"/>
              </a:spcBef>
              <a:buClr>
                <a:schemeClr val="tx1"/>
              </a:buClr>
              <a:buSzPct val="60000"/>
              <a:buFont typeface="Wingdings" pitchFamily="2" charset="2"/>
              <a:buNone/>
              <a:defRPr/>
            </a:pPr>
            <a:r>
              <a:rPr lang="en-US" sz="2800" dirty="0">
                <a:latin typeface="+mn-lt"/>
              </a:rPr>
              <a:t>	void*  (*</a:t>
            </a:r>
            <a:r>
              <a:rPr lang="en-US" sz="2800" dirty="0" err="1">
                <a:latin typeface="+mn-lt"/>
              </a:rPr>
              <a:t>start_routine</a:t>
            </a:r>
            <a:r>
              <a:rPr lang="en-US" sz="2800" dirty="0">
                <a:latin typeface="+mn-lt"/>
              </a:rPr>
              <a:t> ) ( void *),</a:t>
            </a:r>
          </a:p>
          <a:p>
            <a:pPr>
              <a:spcBef>
                <a:spcPct val="20000"/>
              </a:spcBef>
              <a:buClr>
                <a:schemeClr val="tx1"/>
              </a:buClr>
              <a:buSzPct val="60000"/>
              <a:buFont typeface="Wingdings" pitchFamily="2" charset="2"/>
              <a:buNone/>
              <a:defRPr/>
            </a:pPr>
            <a:r>
              <a:rPr lang="en-US" sz="2800" dirty="0">
                <a:latin typeface="+mn-lt"/>
              </a:rPr>
              <a:t>	void*  </a:t>
            </a:r>
            <a:r>
              <a:rPr lang="en-US" sz="2800" dirty="0" err="1">
                <a:latin typeface="+mn-lt"/>
              </a:rPr>
              <a:t>arg_p</a:t>
            </a:r>
            <a:r>
              <a:rPr lang="en-US" sz="2800" dirty="0">
                <a:latin typeface="+mn-lt"/>
              </a:rPr>
              <a:t>) ;</a:t>
            </a:r>
          </a:p>
        </p:txBody>
      </p:sp>
      <p:sp>
        <p:nvSpPr>
          <p:cNvPr id="10" name="TextBox 5">
            <a:extLst>
              <a:ext uri="{FF2B5EF4-FFF2-40B4-BE49-F238E27FC236}">
                <a16:creationId xmlns:a16="http://schemas.microsoft.com/office/drawing/2014/main" id="{68AB5E81-E35D-958D-AE5A-25DBE06B4E40}"/>
              </a:ext>
            </a:extLst>
          </p:cNvPr>
          <p:cNvSpPr txBox="1"/>
          <p:nvPr/>
        </p:nvSpPr>
        <p:spPr>
          <a:xfrm>
            <a:off x="2258034" y="4707569"/>
            <a:ext cx="4204934" cy="461665"/>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400">
                <a:solidFill>
                  <a:srgbClr val="FF0000"/>
                </a:solidFill>
                <a:latin typeface="+mn-lt"/>
              </a:rPr>
              <a:t>We won’t </a:t>
            </a:r>
            <a:r>
              <a:rPr lang="en-US" sz="2400">
                <a:solidFill>
                  <a:srgbClr val="FF0000"/>
                </a:solidFill>
              </a:rPr>
              <a:t>use and </a:t>
            </a:r>
            <a:r>
              <a:rPr lang="en-US" sz="2400">
                <a:solidFill>
                  <a:srgbClr val="FF0000"/>
                </a:solidFill>
                <a:latin typeface="+mn-lt"/>
              </a:rPr>
              <a:t>just set NULL.</a:t>
            </a:r>
          </a:p>
        </p:txBody>
      </p:sp>
      <p:sp>
        <p:nvSpPr>
          <p:cNvPr id="11" name="TextBox 7">
            <a:extLst>
              <a:ext uri="{FF2B5EF4-FFF2-40B4-BE49-F238E27FC236}">
                <a16:creationId xmlns:a16="http://schemas.microsoft.com/office/drawing/2014/main" id="{035E79AC-2DE0-DDC6-0267-0BDEBB0E72F0}"/>
              </a:ext>
            </a:extLst>
          </p:cNvPr>
          <p:cNvSpPr txBox="1"/>
          <p:nvPr/>
        </p:nvSpPr>
        <p:spPr>
          <a:xfrm>
            <a:off x="664280" y="5566109"/>
            <a:ext cx="3918317" cy="461665"/>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400">
                <a:solidFill>
                  <a:srgbClr val="FF0000"/>
                </a:solidFill>
                <a:latin typeface="+mn-lt"/>
              </a:rPr>
              <a:t>Allocate thread </a:t>
            </a:r>
            <a:r>
              <a:rPr lang="en-US" altLang="zh-CN" sz="2400">
                <a:solidFill>
                  <a:srgbClr val="FF0000"/>
                </a:solidFill>
                <a:latin typeface="+mn-lt"/>
              </a:rPr>
              <a:t>before</a:t>
            </a:r>
            <a:r>
              <a:rPr lang="en-US" sz="2400">
                <a:solidFill>
                  <a:srgbClr val="FF0000"/>
                </a:solidFill>
                <a:latin typeface="+mn-lt"/>
              </a:rPr>
              <a:t> calling.</a:t>
            </a:r>
          </a:p>
        </p:txBody>
      </p:sp>
      <p:sp>
        <p:nvSpPr>
          <p:cNvPr id="12" name="Freeform 10">
            <a:extLst>
              <a:ext uri="{FF2B5EF4-FFF2-40B4-BE49-F238E27FC236}">
                <a16:creationId xmlns:a16="http://schemas.microsoft.com/office/drawing/2014/main" id="{1AED60E3-BFA8-C71B-0069-BE75302ADE1C}"/>
              </a:ext>
            </a:extLst>
          </p:cNvPr>
          <p:cNvSpPr>
            <a:spLocks noChangeArrowheads="1"/>
          </p:cNvSpPr>
          <p:nvPr/>
        </p:nvSpPr>
        <p:spPr bwMode="auto">
          <a:xfrm>
            <a:off x="611892" y="2102184"/>
            <a:ext cx="1057275" cy="3432175"/>
          </a:xfrm>
          <a:custGeom>
            <a:avLst/>
            <a:gdLst>
              <a:gd name="T0" fmla="*/ 1064925 w 1056640"/>
              <a:gd name="T1" fmla="*/ 308081 h 3431540"/>
              <a:gd name="T2" fmla="*/ 127996 w 1056640"/>
              <a:gd name="T3" fmla="*/ 521951 h 3431540"/>
              <a:gd name="T4" fmla="*/ 296949 w 1056640"/>
              <a:gd name="T5" fmla="*/ 3439798 h 3431540"/>
              <a:gd name="T6" fmla="*/ 0 60000 65536"/>
              <a:gd name="T7" fmla="*/ 0 60000 65536"/>
              <a:gd name="T8" fmla="*/ 0 60000 65536"/>
              <a:gd name="T9" fmla="*/ 0 w 1056640"/>
              <a:gd name="T10" fmla="*/ 0 h 3431540"/>
              <a:gd name="T11" fmla="*/ 1056640 w 1056640"/>
              <a:gd name="T12" fmla="*/ 3431540 h 3431540"/>
            </a:gdLst>
            <a:ahLst/>
            <a:cxnLst>
              <a:cxn ang="T6">
                <a:pos x="T0" y="T1"/>
              </a:cxn>
              <a:cxn ang="T7">
                <a:pos x="T2" y="T3"/>
              </a:cxn>
              <a:cxn ang="T8">
                <a:pos x="T4" y="T5"/>
              </a:cxn>
            </a:cxnLst>
            <a:rect l="T9" t="T10" r="T11" b="T12"/>
            <a:pathLst>
              <a:path w="1056640" h="3431540">
                <a:moveTo>
                  <a:pt x="1056640" y="307340"/>
                </a:moveTo>
                <a:cubicBezTo>
                  <a:pt x="655320" y="153670"/>
                  <a:pt x="254000" y="0"/>
                  <a:pt x="127000" y="520700"/>
                </a:cubicBezTo>
                <a:cubicBezTo>
                  <a:pt x="0" y="1041400"/>
                  <a:pt x="147320" y="2236470"/>
                  <a:pt x="294640" y="3431540"/>
                </a:cubicBezTo>
              </a:path>
            </a:pathLst>
          </a:custGeom>
          <a:noFill/>
          <a:ln w="9525" algn="ctr">
            <a:solidFill>
              <a:srgbClr val="FF0000"/>
            </a:solidFill>
            <a:round/>
            <a:headEnd type="arrow" w="med" len="med"/>
            <a:tailEnd/>
          </a:ln>
          <a:extLst>
            <a:ext uri="{909E8E84-426E-40DD-AFC4-6F175D3DCCD1}">
              <a14:hiddenFill xmlns:a14="http://schemas.microsoft.com/office/drawing/2010/main">
                <a:solidFill>
                  <a:srgbClr val="FFFFFF"/>
                </a:solidFill>
              </a14:hiddenFill>
            </a:ext>
          </a:extLst>
        </p:spPr>
        <p:txBody>
          <a:bodyPr>
            <a:spAutoFit/>
          </a:bodyPr>
          <a:lstStyle/>
          <a:p>
            <a:endParaRPr lang="zh-Hans-HK" altLang="en-US"/>
          </a:p>
        </p:txBody>
      </p:sp>
      <p:sp>
        <p:nvSpPr>
          <p:cNvPr id="13" name="Freeform 12">
            <a:extLst>
              <a:ext uri="{FF2B5EF4-FFF2-40B4-BE49-F238E27FC236}">
                <a16:creationId xmlns:a16="http://schemas.microsoft.com/office/drawing/2014/main" id="{16F5371E-3622-F6A5-D996-953E4D57D928}"/>
              </a:ext>
            </a:extLst>
          </p:cNvPr>
          <p:cNvSpPr>
            <a:spLocks noChangeArrowheads="1"/>
          </p:cNvSpPr>
          <p:nvPr/>
        </p:nvSpPr>
        <p:spPr bwMode="auto">
          <a:xfrm>
            <a:off x="1157991" y="2537158"/>
            <a:ext cx="1109663" cy="2562225"/>
          </a:xfrm>
          <a:custGeom>
            <a:avLst/>
            <a:gdLst>
              <a:gd name="T0" fmla="*/ 452971 w 1109980"/>
              <a:gd name="T1" fmla="*/ 316477 h 2562860"/>
              <a:gd name="T2" fmla="*/ 27836 w 1109980"/>
              <a:gd name="T3" fmla="*/ 316477 h 2562860"/>
              <a:gd name="T4" fmla="*/ 285954 w 1109980"/>
              <a:gd name="T5" fmla="*/ 2215349 h 2562860"/>
              <a:gd name="T6" fmla="*/ 1105866 w 1109980"/>
              <a:gd name="T7" fmla="*/ 2352067 h 2562860"/>
              <a:gd name="T8" fmla="*/ 0 60000 65536"/>
              <a:gd name="T9" fmla="*/ 0 60000 65536"/>
              <a:gd name="T10" fmla="*/ 0 60000 65536"/>
              <a:gd name="T11" fmla="*/ 0 60000 65536"/>
              <a:gd name="T12" fmla="*/ 0 w 1109980"/>
              <a:gd name="T13" fmla="*/ 0 h 2562860"/>
              <a:gd name="T14" fmla="*/ 1109980 w 1109980"/>
              <a:gd name="T15" fmla="*/ 2562860 h 2562860"/>
            </a:gdLst>
            <a:ahLst/>
            <a:cxnLst>
              <a:cxn ang="T8">
                <a:pos x="T0" y="T1"/>
              </a:cxn>
              <a:cxn ang="T9">
                <a:pos x="T2" y="T3"/>
              </a:cxn>
              <a:cxn ang="T10">
                <a:pos x="T4" y="T5"/>
              </a:cxn>
              <a:cxn ang="T11">
                <a:pos x="T6" y="T7"/>
              </a:cxn>
            </a:cxnLst>
            <a:rect l="T12" t="T13" r="T14" b="T15"/>
            <a:pathLst>
              <a:path w="1109980" h="2562860">
                <a:moveTo>
                  <a:pt x="454660" y="317500"/>
                </a:moveTo>
                <a:cubicBezTo>
                  <a:pt x="255270" y="158750"/>
                  <a:pt x="55880" y="0"/>
                  <a:pt x="27940" y="317500"/>
                </a:cubicBezTo>
                <a:cubicBezTo>
                  <a:pt x="0" y="635000"/>
                  <a:pt x="106680" y="1882140"/>
                  <a:pt x="287020" y="2222500"/>
                </a:cubicBezTo>
                <a:cubicBezTo>
                  <a:pt x="467360" y="2562860"/>
                  <a:pt x="788670" y="2461260"/>
                  <a:pt x="1109980" y="2359660"/>
                </a:cubicBezTo>
              </a:path>
            </a:pathLst>
          </a:custGeom>
          <a:noFill/>
          <a:ln w="9525" algn="ctr">
            <a:solidFill>
              <a:srgbClr val="FF0000"/>
            </a:solidFill>
            <a:round/>
            <a:headEnd type="arrow" w="med" len="med"/>
            <a:tailEnd/>
          </a:ln>
          <a:extLst>
            <a:ext uri="{909E8E84-426E-40DD-AFC4-6F175D3DCCD1}">
              <a14:hiddenFill xmlns:a14="http://schemas.microsoft.com/office/drawing/2010/main">
                <a:solidFill>
                  <a:srgbClr val="FFFFFF"/>
                </a:solidFill>
              </a14:hiddenFill>
            </a:ext>
          </a:extLst>
        </p:spPr>
        <p:txBody>
          <a:bodyPr>
            <a:spAutoFit/>
          </a:bodyPr>
          <a:lstStyle/>
          <a:p>
            <a:endParaRPr lang="zh-Hans-HK" altLang="en-US"/>
          </a:p>
        </p:txBody>
      </p:sp>
      <p:sp>
        <p:nvSpPr>
          <p:cNvPr id="14" name="TextBox 5">
            <a:extLst>
              <a:ext uri="{FF2B5EF4-FFF2-40B4-BE49-F238E27FC236}">
                <a16:creationId xmlns:a16="http://schemas.microsoft.com/office/drawing/2014/main" id="{ACFBA8AA-25AF-73E7-0DCF-146DDC1C16A4}"/>
              </a:ext>
            </a:extLst>
          </p:cNvPr>
          <p:cNvSpPr txBox="1"/>
          <p:nvPr/>
        </p:nvSpPr>
        <p:spPr>
          <a:xfrm>
            <a:off x="7247881" y="2195509"/>
            <a:ext cx="4900380" cy="461665"/>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400">
                <a:solidFill>
                  <a:srgbClr val="FF0000"/>
                </a:solidFill>
                <a:latin typeface="+mn-lt"/>
              </a:rPr>
              <a:t>The function that the thread is to run.</a:t>
            </a:r>
          </a:p>
        </p:txBody>
      </p:sp>
      <p:sp>
        <p:nvSpPr>
          <p:cNvPr id="15" name="TextBox 7">
            <a:extLst>
              <a:ext uri="{FF2B5EF4-FFF2-40B4-BE49-F238E27FC236}">
                <a16:creationId xmlns:a16="http://schemas.microsoft.com/office/drawing/2014/main" id="{62A1BD52-1A9D-DBFD-C31F-FBEA05294F13}"/>
              </a:ext>
            </a:extLst>
          </p:cNvPr>
          <p:cNvSpPr txBox="1"/>
          <p:nvPr/>
        </p:nvSpPr>
        <p:spPr>
          <a:xfrm>
            <a:off x="7040718" y="4787896"/>
            <a:ext cx="5151282" cy="904863"/>
          </a:xfrm>
          <a:prstGeom prst="rect">
            <a:avLst/>
          </a:prstGeom>
          <a:noFill/>
        </p:spPr>
        <p:txBody>
          <a:bodyPr wrap="none">
            <a:spAutoFit/>
          </a:bodyPr>
          <a:lstStyle/>
          <a:p>
            <a:pPr>
              <a:spcBef>
                <a:spcPct val="20000"/>
              </a:spcBef>
              <a:buClr>
                <a:schemeClr val="tx1"/>
              </a:buClr>
              <a:buSzPct val="60000"/>
              <a:buFont typeface="Wingdings" pitchFamily="2" charset="2"/>
              <a:buNone/>
              <a:defRPr/>
            </a:pPr>
            <a:r>
              <a:rPr lang="en-US" sz="2400">
                <a:solidFill>
                  <a:srgbClr val="FF0000"/>
                </a:solidFill>
                <a:latin typeface="+mn-lt"/>
              </a:rPr>
              <a:t>Pointer to the argument that should</a:t>
            </a:r>
          </a:p>
          <a:p>
            <a:pPr>
              <a:spcBef>
                <a:spcPct val="20000"/>
              </a:spcBef>
              <a:buClr>
                <a:schemeClr val="tx1"/>
              </a:buClr>
              <a:buSzPct val="60000"/>
              <a:buFont typeface="Wingdings" pitchFamily="2" charset="2"/>
              <a:buNone/>
              <a:defRPr/>
            </a:pPr>
            <a:r>
              <a:rPr lang="en-US" sz="2400">
                <a:solidFill>
                  <a:srgbClr val="FF0000"/>
                </a:solidFill>
                <a:latin typeface="+mn-lt"/>
              </a:rPr>
              <a:t>be passed to the function </a:t>
            </a:r>
            <a:r>
              <a:rPr lang="en-US" sz="2400" i="1">
                <a:solidFill>
                  <a:srgbClr val="FF0000"/>
                </a:solidFill>
                <a:latin typeface="+mn-lt"/>
              </a:rPr>
              <a:t>start_routine</a:t>
            </a:r>
            <a:r>
              <a:rPr lang="en-US" sz="2400">
                <a:solidFill>
                  <a:srgbClr val="FF0000"/>
                </a:solidFill>
                <a:latin typeface="+mn-lt"/>
              </a:rPr>
              <a:t>.</a:t>
            </a:r>
          </a:p>
        </p:txBody>
      </p:sp>
      <p:cxnSp>
        <p:nvCxnSpPr>
          <p:cNvPr id="24" name="直接箭头连接符 23">
            <a:extLst>
              <a:ext uri="{FF2B5EF4-FFF2-40B4-BE49-F238E27FC236}">
                <a16:creationId xmlns:a16="http://schemas.microsoft.com/office/drawing/2014/main" id="{6DC0C940-7CAE-5801-A71E-5208C7D06BE5}"/>
              </a:ext>
            </a:extLst>
          </p:cNvPr>
          <p:cNvCxnSpPr>
            <a:cxnSpLocks/>
          </p:cNvCxnSpPr>
          <p:nvPr/>
        </p:nvCxnSpPr>
        <p:spPr>
          <a:xfrm flipV="1">
            <a:off x="6614556" y="2734523"/>
            <a:ext cx="1574474" cy="6944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1A55AFCD-28BB-D5F7-3F1E-307C8739EA8C}"/>
              </a:ext>
            </a:extLst>
          </p:cNvPr>
          <p:cNvCxnSpPr>
            <a:cxnSpLocks/>
          </p:cNvCxnSpPr>
          <p:nvPr/>
        </p:nvCxnSpPr>
        <p:spPr>
          <a:xfrm>
            <a:off x="4132613" y="4025735"/>
            <a:ext cx="3295837" cy="6818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4470EC35-EC74-6A61-2492-AB4FFE1BAC17}"/>
              </a:ext>
            </a:extLst>
          </p:cNvPr>
          <p:cNvSpPr txBox="1"/>
          <p:nvPr/>
        </p:nvSpPr>
        <p:spPr>
          <a:xfrm>
            <a:off x="710640" y="6282971"/>
            <a:ext cx="11101769" cy="400110"/>
          </a:xfrm>
          <a:prstGeom prst="rect">
            <a:avLst/>
          </a:prstGeom>
          <a:noFill/>
        </p:spPr>
        <p:txBody>
          <a:bodyPr wrap="square">
            <a:spAutoFit/>
          </a:bodyPr>
          <a:lstStyle/>
          <a:p>
            <a:r>
              <a:rPr lang="en-US" altLang="zh-Hans-HK" sz="2000" dirty="0"/>
              <a:t>Return value: on success, </a:t>
            </a:r>
            <a:r>
              <a:rPr lang="en-US" altLang="zh-Hans-HK" sz="2000" dirty="0" err="1"/>
              <a:t>pthread_create</a:t>
            </a:r>
            <a:r>
              <a:rPr lang="en-US" altLang="zh-Hans-HK" sz="2000" dirty="0"/>
              <a:t>() returns 0; on error, it returns an error number.</a:t>
            </a:r>
            <a:endParaRPr lang="zh-Hans-HK" altLang="en-US" sz="2000" dirty="0"/>
          </a:p>
        </p:txBody>
      </p:sp>
    </p:spTree>
    <p:extLst>
      <p:ext uri="{BB962C8B-B14F-4D97-AF65-F5344CB8AC3E}">
        <p14:creationId xmlns:p14="http://schemas.microsoft.com/office/powerpoint/2010/main" val="641213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C0AEE8-9DFB-E879-9FD3-6200F6EEB943}"/>
              </a:ext>
            </a:extLst>
          </p:cNvPr>
          <p:cNvSpPr>
            <a:spLocks noGrp="1"/>
          </p:cNvSpPr>
          <p:nvPr>
            <p:ph type="title"/>
          </p:nvPr>
        </p:nvSpPr>
        <p:spPr/>
        <p:txBody>
          <a:bodyPr/>
          <a:lstStyle/>
          <a:p>
            <a:r>
              <a:rPr lang="en-US" altLang="zh-Hans-HK" dirty="0" err="1"/>
              <a:t>Pthreads</a:t>
            </a:r>
            <a:endParaRPr lang="zh-Hans-HK" altLang="en-US" dirty="0"/>
          </a:p>
        </p:txBody>
      </p:sp>
      <p:sp>
        <p:nvSpPr>
          <p:cNvPr id="4" name="文本框 3">
            <a:extLst>
              <a:ext uri="{FF2B5EF4-FFF2-40B4-BE49-F238E27FC236}">
                <a16:creationId xmlns:a16="http://schemas.microsoft.com/office/drawing/2014/main" id="{2B2F4A6F-7DD1-4114-B692-7D449678FD94}"/>
              </a:ext>
            </a:extLst>
          </p:cNvPr>
          <p:cNvSpPr txBox="1"/>
          <p:nvPr/>
        </p:nvSpPr>
        <p:spPr>
          <a:xfrm>
            <a:off x="838200" y="1854551"/>
            <a:ext cx="10515600" cy="4339650"/>
          </a:xfrm>
          <a:prstGeom prst="rect">
            <a:avLst/>
          </a:prstGeom>
          <a:noFill/>
        </p:spPr>
        <p:txBody>
          <a:bodyPr wrap="square">
            <a:spAutoFit/>
          </a:bodyPr>
          <a:lstStyle/>
          <a:p>
            <a:pPr>
              <a:buFontTx/>
              <a:buNone/>
            </a:pPr>
            <a:r>
              <a:rPr lang="en-US" altLang="zh-Hans-HK" sz="2400" dirty="0">
                <a:cs typeface="Courier New" panose="02070309020205020404" pitchFamily="49" charset="0"/>
              </a:rPr>
              <a:t>#include &lt;</a:t>
            </a:r>
            <a:r>
              <a:rPr lang="en-US" altLang="zh-Hans-HK" sz="2400" dirty="0" err="1">
                <a:cs typeface="Courier New" panose="02070309020205020404" pitchFamily="49" charset="0"/>
              </a:rPr>
              <a:t>pthread.h</a:t>
            </a:r>
            <a:r>
              <a:rPr lang="en-US" altLang="zh-Hans-HK" sz="2400" dirty="0">
                <a:cs typeface="Courier New" panose="02070309020205020404" pitchFamily="49" charset="0"/>
              </a:rPr>
              <a:t>&gt;</a:t>
            </a:r>
          </a:p>
          <a:p>
            <a:pPr>
              <a:buFontTx/>
              <a:buNone/>
            </a:pPr>
            <a:r>
              <a:rPr lang="en-US" altLang="zh-Hans-HK" sz="2400" dirty="0">
                <a:cs typeface="Courier New" panose="02070309020205020404" pitchFamily="49" charset="0"/>
              </a:rPr>
              <a:t>int </a:t>
            </a:r>
            <a:r>
              <a:rPr lang="en-US" altLang="zh-Hans-HK" sz="2400" dirty="0" err="1">
                <a:cs typeface="Courier New" panose="02070309020205020404" pitchFamily="49" charset="0"/>
              </a:rPr>
              <a:t>pthread_join</a:t>
            </a:r>
            <a:r>
              <a:rPr lang="en-US" altLang="zh-Hans-HK" sz="2400" dirty="0">
                <a:cs typeface="Courier New" panose="02070309020205020404" pitchFamily="49" charset="0"/>
              </a:rPr>
              <a:t>(</a:t>
            </a:r>
            <a:r>
              <a:rPr lang="en-US" altLang="zh-Hans-HK" sz="2400" dirty="0" err="1">
                <a:cs typeface="Courier New" panose="02070309020205020404" pitchFamily="49" charset="0"/>
              </a:rPr>
              <a:t>pthread_t</a:t>
            </a:r>
            <a:r>
              <a:rPr lang="en-US" altLang="zh-Hans-HK" sz="2400" dirty="0">
                <a:cs typeface="Courier New" panose="02070309020205020404" pitchFamily="49" charset="0"/>
              </a:rPr>
              <a:t> thread , void ** </a:t>
            </a:r>
            <a:r>
              <a:rPr lang="en-US" altLang="zh-Hans-HK" sz="2400" dirty="0" err="1">
                <a:cs typeface="Courier New" panose="02070309020205020404" pitchFamily="49" charset="0"/>
              </a:rPr>
              <a:t>retval</a:t>
            </a:r>
            <a:r>
              <a:rPr lang="en-US" altLang="zh-Hans-HK" sz="2400" dirty="0">
                <a:cs typeface="Courier New" panose="02070309020205020404" pitchFamily="49" charset="0"/>
              </a:rPr>
              <a:t>); </a:t>
            </a:r>
          </a:p>
          <a:p>
            <a:pPr>
              <a:buFontTx/>
              <a:buNone/>
            </a:pPr>
            <a:endParaRPr lang="en-US" altLang="zh-Hans-HK" sz="2800" dirty="0">
              <a:cs typeface="Courier New" panose="02070309020205020404" pitchFamily="49" charset="0"/>
            </a:endParaRPr>
          </a:p>
          <a:p>
            <a:pPr marL="285750" indent="-285750" algn="l">
              <a:buFont typeface="Arial" panose="020B0604020202020204" pitchFamily="34" charset="0"/>
              <a:buChar char="•"/>
            </a:pPr>
            <a:r>
              <a:rPr lang="en-US" altLang="zh-CN" sz="2000" b="0" i="0" u="none" strike="noStrike" baseline="0" dirty="0"/>
              <a:t>Description: </a:t>
            </a:r>
          </a:p>
          <a:p>
            <a:pPr marL="742950" lvl="1" indent="-285750">
              <a:buFont typeface="Arial" panose="020B0604020202020204" pitchFamily="34" charset="0"/>
              <a:buChar char="•"/>
            </a:pPr>
            <a:r>
              <a:rPr lang="en-US" altLang="zh-CN" sz="2000" b="0" i="0" u="none" strike="noStrike" baseline="0" dirty="0"/>
              <a:t>wait for the thread specified by thread to end in a blocking manner. When the function returns, the resources of the waiting thread are reclaimed. If the thread has ended, the function returns immediately.</a:t>
            </a:r>
          </a:p>
          <a:p>
            <a:pPr marL="742950" lvl="1" indent="-285750">
              <a:buFont typeface="Arial" panose="020B0604020202020204" pitchFamily="34" charset="0"/>
              <a:buChar char="•"/>
            </a:pPr>
            <a:endParaRPr lang="en-US" altLang="zh-CN" sz="2000" b="0" i="0" u="none" strike="noStrike" baseline="0" dirty="0"/>
          </a:p>
          <a:p>
            <a:pPr marL="285750" indent="-285750" algn="l">
              <a:buFont typeface="Arial" panose="020B0604020202020204" pitchFamily="34" charset="0"/>
              <a:buChar char="•"/>
            </a:pPr>
            <a:r>
              <a:rPr lang="en-US" altLang="zh-CN" sz="2000" dirty="0"/>
              <a:t>Arguments:</a:t>
            </a:r>
          </a:p>
          <a:p>
            <a:pPr marL="742950" lvl="1" indent="-285750">
              <a:buFont typeface="Arial" panose="020B0604020202020204" pitchFamily="34" charset="0"/>
              <a:buChar char="•"/>
            </a:pPr>
            <a:r>
              <a:rPr lang="en-US" altLang="zh-Hans-HK" sz="2000" dirty="0">
                <a:cs typeface="Courier New" panose="02070309020205020404" pitchFamily="49" charset="0"/>
              </a:rPr>
              <a:t>thread: </a:t>
            </a:r>
            <a:r>
              <a:rPr lang="en-US" altLang="zh-CN" sz="2000" b="0" i="0" u="none" strike="noStrike" baseline="0" dirty="0"/>
              <a:t>the thread identifier, which identifies a unique thread</a:t>
            </a:r>
          </a:p>
          <a:p>
            <a:pPr marL="742950" lvl="1" indent="-285750">
              <a:buFont typeface="Arial" panose="020B0604020202020204" pitchFamily="34" charset="0"/>
              <a:buChar char="•"/>
            </a:pPr>
            <a:r>
              <a:rPr lang="en-US" altLang="zh-CN" sz="2000" dirty="0" err="1"/>
              <a:t>retval</a:t>
            </a:r>
            <a:r>
              <a:rPr lang="en-US" altLang="zh-CN" sz="2000" dirty="0"/>
              <a:t>: a user-defined pointer used to store the return value of the waited thread</a:t>
            </a:r>
          </a:p>
          <a:p>
            <a:pPr marL="742950" lvl="1" indent="-285750">
              <a:buFont typeface="Arial" panose="020B0604020202020204" pitchFamily="34" charset="0"/>
              <a:buChar char="•"/>
            </a:pPr>
            <a:endParaRPr lang="en-US" altLang="zh-CN" sz="2000" b="0" i="0" u="none" strike="noStrike" baseline="0" dirty="0"/>
          </a:p>
          <a:p>
            <a:pPr marL="285750" indent="-285750">
              <a:buFont typeface="Arial" panose="020B0604020202020204" pitchFamily="34" charset="0"/>
              <a:buChar char="•"/>
            </a:pPr>
            <a:r>
              <a:rPr lang="en-US" altLang="zh-CN" sz="2000" dirty="0"/>
              <a:t>Return value:</a:t>
            </a:r>
            <a:r>
              <a:rPr lang="zh-CN" altLang="en-US" sz="2000" dirty="0"/>
              <a:t> </a:t>
            </a:r>
            <a:r>
              <a:rPr lang="en-US" altLang="zh-CN" sz="2000" b="0" i="0" u="none" strike="noStrike" baseline="0" dirty="0"/>
              <a:t>On success, </a:t>
            </a:r>
            <a:r>
              <a:rPr lang="en-US" altLang="zh-CN" sz="2000" b="0" i="0" u="none" strike="noStrike" baseline="0" dirty="0" err="1"/>
              <a:t>pthread_join</a:t>
            </a:r>
            <a:r>
              <a:rPr lang="en-US" altLang="zh-CN" sz="2000" b="0" i="0" u="none" strike="noStrike" baseline="0" dirty="0"/>
              <a:t>() returns 0; on error, it returns an error number.</a:t>
            </a:r>
            <a:endParaRPr lang="en-US" altLang="zh-CN" sz="2800" dirty="0">
              <a:cs typeface="Courier New" panose="02070309020205020404" pitchFamily="49" charset="0"/>
            </a:endParaRPr>
          </a:p>
        </p:txBody>
      </p:sp>
    </p:spTree>
    <p:extLst>
      <p:ext uri="{BB962C8B-B14F-4D97-AF65-F5344CB8AC3E}">
        <p14:creationId xmlns:p14="http://schemas.microsoft.com/office/powerpoint/2010/main" val="4101420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838F84-7096-031F-114F-4EF8F8BCB4AF}"/>
              </a:ext>
            </a:extLst>
          </p:cNvPr>
          <p:cNvSpPr>
            <a:spLocks noGrp="1"/>
          </p:cNvSpPr>
          <p:nvPr>
            <p:ph type="title"/>
          </p:nvPr>
        </p:nvSpPr>
        <p:spPr/>
        <p:txBody>
          <a:bodyPr/>
          <a:lstStyle/>
          <a:p>
            <a:r>
              <a:rPr lang="en-US" altLang="zh-Hans-HK" dirty="0" err="1"/>
              <a:t>Pthreads</a:t>
            </a:r>
            <a:endParaRPr lang="zh-Hans-HK" altLang="en-US" dirty="0"/>
          </a:p>
        </p:txBody>
      </p:sp>
      <p:sp>
        <p:nvSpPr>
          <p:cNvPr id="3" name="内容占位符 2">
            <a:extLst>
              <a:ext uri="{FF2B5EF4-FFF2-40B4-BE49-F238E27FC236}">
                <a16:creationId xmlns:a16="http://schemas.microsoft.com/office/drawing/2014/main" id="{3938C848-9C0F-6239-D81D-B4607AB97880}"/>
              </a:ext>
            </a:extLst>
          </p:cNvPr>
          <p:cNvSpPr>
            <a:spLocks noGrp="1"/>
          </p:cNvSpPr>
          <p:nvPr>
            <p:ph idx="1"/>
          </p:nvPr>
        </p:nvSpPr>
        <p:spPr/>
        <p:txBody>
          <a:bodyPr>
            <a:normAutofit lnSpcReduction="10000"/>
          </a:bodyPr>
          <a:lstStyle/>
          <a:p>
            <a:pPr marL="0" indent="0">
              <a:buNone/>
            </a:pPr>
            <a:r>
              <a:rPr lang="en-US" altLang="zh-Hans-HK" sz="2400" dirty="0"/>
              <a:t>#include &lt;</a:t>
            </a:r>
            <a:r>
              <a:rPr lang="en-US" altLang="zh-Hans-HK" sz="2400" dirty="0" err="1"/>
              <a:t>pthread.h</a:t>
            </a:r>
            <a:r>
              <a:rPr lang="en-US" altLang="zh-Hans-HK" sz="2400" dirty="0"/>
              <a:t>&gt;</a:t>
            </a:r>
          </a:p>
          <a:p>
            <a:pPr marL="0" indent="0">
              <a:buNone/>
            </a:pPr>
            <a:r>
              <a:rPr lang="en-US" altLang="zh-Hans-HK" sz="2400" dirty="0"/>
              <a:t>void </a:t>
            </a:r>
            <a:r>
              <a:rPr lang="en-US" altLang="zh-Hans-HK" sz="2400" dirty="0" err="1"/>
              <a:t>pthread_exit</a:t>
            </a:r>
            <a:r>
              <a:rPr lang="en-US" altLang="zh-Hans-HK" sz="2400" dirty="0"/>
              <a:t>(void *</a:t>
            </a:r>
            <a:r>
              <a:rPr lang="en-US" altLang="zh-Hans-HK" sz="2400" dirty="0" err="1"/>
              <a:t>retval</a:t>
            </a:r>
            <a:r>
              <a:rPr lang="en-US" altLang="zh-Hans-HK" sz="2400" dirty="0"/>
              <a:t>);</a:t>
            </a:r>
          </a:p>
          <a:p>
            <a:pPr marL="285750" indent="-285750" algn="l">
              <a:buFont typeface="Arial" panose="020B0604020202020204" pitchFamily="34" charset="0"/>
              <a:buChar char="•"/>
            </a:pPr>
            <a:r>
              <a:rPr lang="en-US" altLang="zh-CN" sz="2000" b="0" i="0" u="none" strike="noStrike" baseline="0" dirty="0"/>
              <a:t>Description: </a:t>
            </a:r>
          </a:p>
          <a:p>
            <a:pPr marL="742950" lvl="1" indent="-285750">
              <a:buFont typeface="Arial" panose="020B0604020202020204" pitchFamily="34" charset="0"/>
              <a:buChar char="•"/>
            </a:pPr>
            <a:r>
              <a:rPr lang="en-US" altLang="zh-CN" sz="2000" b="0" i="0" u="none" strike="noStrike" baseline="0" dirty="0"/>
              <a:t>terminate the calling thread and returns a value via </a:t>
            </a:r>
            <a:r>
              <a:rPr lang="en-US" altLang="zh-CN" sz="2000" b="0" i="0" u="none" strike="noStrike" baseline="0" dirty="0" err="1"/>
              <a:t>retval</a:t>
            </a:r>
            <a:r>
              <a:rPr lang="en-US" altLang="zh-CN" sz="2000" b="0" i="0" u="none" strike="noStrike" baseline="0" dirty="0"/>
              <a:t> </a:t>
            </a:r>
          </a:p>
          <a:p>
            <a:pPr marL="742950" lvl="1" indent="-285750">
              <a:buFont typeface="Arial" panose="020B0604020202020204" pitchFamily="34" charset="0"/>
              <a:buChar char="•"/>
            </a:pPr>
            <a:endParaRPr lang="en-US" altLang="zh-CN" sz="2000" b="0" i="0" u="none" strike="noStrike" baseline="0" dirty="0"/>
          </a:p>
          <a:p>
            <a:pPr marL="285750" indent="-285750" algn="l">
              <a:buFont typeface="Arial" panose="020B0604020202020204" pitchFamily="34" charset="0"/>
              <a:buChar char="•"/>
            </a:pPr>
            <a:r>
              <a:rPr lang="en-US" altLang="zh-CN" sz="2000" dirty="0"/>
              <a:t>Arguments:</a:t>
            </a:r>
          </a:p>
          <a:p>
            <a:pPr marL="742950" lvl="1" indent="-285750">
              <a:buFont typeface="Arial" panose="020B0604020202020204" pitchFamily="34" charset="0"/>
              <a:buChar char="•"/>
            </a:pPr>
            <a:r>
              <a:rPr lang="en-US" altLang="zh-CN" sz="2000" dirty="0" err="1"/>
              <a:t>retval</a:t>
            </a:r>
            <a:r>
              <a:rPr lang="en-US" altLang="zh-CN" sz="2000" dirty="0"/>
              <a:t>: a pointer of void* type can point to any type of data, and the data it points to will be used as the return value when the thread exits</a:t>
            </a:r>
          </a:p>
          <a:p>
            <a:pPr marL="457200" lvl="1" indent="0">
              <a:buNone/>
            </a:pPr>
            <a:endParaRPr lang="en-US" altLang="zh-CN" sz="2000" b="0" i="0" u="none" strike="noStrike" baseline="0" dirty="0"/>
          </a:p>
          <a:p>
            <a:pPr marL="285750" indent="-285750">
              <a:buFont typeface="Arial" panose="020B0604020202020204" pitchFamily="34" charset="0"/>
              <a:buChar char="•"/>
            </a:pPr>
            <a:r>
              <a:rPr lang="en-US" altLang="zh-CN" sz="2000" dirty="0"/>
              <a:t>Return value:</a:t>
            </a:r>
            <a:r>
              <a:rPr lang="zh-CN" altLang="en-US" sz="2000" dirty="0"/>
              <a:t> </a:t>
            </a:r>
            <a:r>
              <a:rPr lang="en-US" altLang="zh-CN" sz="2000" b="0" i="0" u="none" strike="noStrike" baseline="0" dirty="0"/>
              <a:t>This function does not return to the caller.</a:t>
            </a:r>
          </a:p>
          <a:p>
            <a:pPr marL="0" indent="0">
              <a:buNone/>
            </a:pPr>
            <a:endParaRPr lang="en-US" altLang="en-US" sz="2400" dirty="0"/>
          </a:p>
          <a:p>
            <a:pPr marL="0" indent="0">
              <a:buNone/>
            </a:pPr>
            <a:r>
              <a:rPr lang="en-US" altLang="en-US" sz="2400" dirty="0"/>
              <a:t>You can find a lot more details about Pthread in this </a:t>
            </a:r>
            <a:r>
              <a:rPr lang="en-US" altLang="en-US" sz="2400" dirty="0">
                <a:hlinkClick r:id="rId2"/>
              </a:rPr>
              <a:t>short tutorial on the web</a:t>
            </a:r>
            <a:endParaRPr lang="zh-Hans-HK" altLang="en-US" sz="2400" dirty="0"/>
          </a:p>
        </p:txBody>
      </p:sp>
    </p:spTree>
    <p:extLst>
      <p:ext uri="{BB962C8B-B14F-4D97-AF65-F5344CB8AC3E}">
        <p14:creationId xmlns:p14="http://schemas.microsoft.com/office/powerpoint/2010/main" val="931921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30BF0-B55C-D628-750D-50B7D93E0587}"/>
              </a:ext>
            </a:extLst>
          </p:cNvPr>
          <p:cNvSpPr>
            <a:spLocks noGrp="1"/>
          </p:cNvSpPr>
          <p:nvPr>
            <p:ph type="title"/>
          </p:nvPr>
        </p:nvSpPr>
        <p:spPr/>
        <p:txBody>
          <a:bodyPr/>
          <a:lstStyle/>
          <a:p>
            <a:r>
              <a:rPr lang="en-US" altLang="zh-Hans-HK" b="0" i="0" dirty="0">
                <a:effectLst/>
                <a:latin typeface="+mn-lt"/>
              </a:rPr>
              <a:t>Programming </a:t>
            </a:r>
            <a:r>
              <a:rPr lang="en-US" altLang="zh-CN" dirty="0"/>
              <a:t>project</a:t>
            </a:r>
            <a:r>
              <a:rPr lang="en-US" altLang="zh-Hans-HK" b="0" i="0" dirty="0">
                <a:effectLst/>
                <a:latin typeface="+mn-lt"/>
              </a:rPr>
              <a:t> description</a:t>
            </a:r>
            <a:endParaRPr lang="zh-Hans-HK" altLang="en-US" dirty="0">
              <a:latin typeface="+mn-lt"/>
            </a:endParaRPr>
          </a:p>
        </p:txBody>
      </p:sp>
      <p:sp>
        <p:nvSpPr>
          <p:cNvPr id="3" name="内容占位符 2">
            <a:extLst>
              <a:ext uri="{FF2B5EF4-FFF2-40B4-BE49-F238E27FC236}">
                <a16:creationId xmlns:a16="http://schemas.microsoft.com/office/drawing/2014/main" id="{D38EA0CF-5F2E-CE36-4D78-DDEDB1FF8A14}"/>
              </a:ext>
            </a:extLst>
          </p:cNvPr>
          <p:cNvSpPr>
            <a:spLocks noGrp="1"/>
          </p:cNvSpPr>
          <p:nvPr>
            <p:ph idx="1"/>
          </p:nvPr>
        </p:nvSpPr>
        <p:spPr>
          <a:xfrm>
            <a:off x="838200" y="1690688"/>
            <a:ext cx="10663989" cy="4351338"/>
          </a:xfrm>
        </p:spPr>
        <p:txBody>
          <a:bodyPr>
            <a:noAutofit/>
          </a:bodyPr>
          <a:lstStyle/>
          <a:p>
            <a:pPr marL="0" indent="0" algn="l">
              <a:buNone/>
            </a:pPr>
            <a:r>
              <a:rPr lang="en-US" altLang="zh-Hans-HK" sz="2400" b="1" i="0" u="sng" dirty="0">
                <a:solidFill>
                  <a:srgbClr val="2D3B45"/>
                </a:solidFill>
                <a:effectLst/>
              </a:rPr>
              <a:t>Programming assignment object</a:t>
            </a:r>
            <a:endParaRPr lang="en-US" altLang="zh-Hans-HK" sz="2400" b="0" i="0" dirty="0">
              <a:solidFill>
                <a:srgbClr val="2D3B45"/>
              </a:solidFill>
              <a:effectLst/>
            </a:endParaRPr>
          </a:p>
          <a:p>
            <a:pPr marL="0" indent="0" algn="l">
              <a:buNone/>
            </a:pPr>
            <a:r>
              <a:rPr lang="en-US" altLang="zh-Hans-HK" sz="2400" b="0" i="0" dirty="0">
                <a:solidFill>
                  <a:srgbClr val="2D3B45"/>
                </a:solidFill>
                <a:effectLst/>
              </a:rPr>
              <a:t>Build a</a:t>
            </a:r>
            <a:r>
              <a:rPr lang="en-US" altLang="zh-CN" sz="2400" b="0" i="0" dirty="0">
                <a:solidFill>
                  <a:srgbClr val="2D3B45"/>
                </a:solidFill>
                <a:effectLst/>
              </a:rPr>
              <a:t> system allowing both chat and file sharing services.</a:t>
            </a:r>
            <a:r>
              <a:rPr lang="en-US" altLang="zh-CN" sz="2400" dirty="0">
                <a:solidFill>
                  <a:srgbClr val="2D3B45"/>
                </a:solidFill>
              </a:rPr>
              <a:t> </a:t>
            </a:r>
          </a:p>
          <a:p>
            <a:pPr marL="0" indent="0" algn="l">
              <a:buNone/>
            </a:pPr>
            <a:r>
              <a:rPr lang="en-US" altLang="zh-CN" sz="2400" dirty="0">
                <a:solidFill>
                  <a:srgbClr val="2D3B45"/>
                </a:solidFill>
              </a:rPr>
              <a:t>For file sharing, each client queries the file information from the server by UDP and gets the file by peer-to-peer TCP connection with another client.</a:t>
            </a:r>
            <a:endParaRPr lang="zh-Hans-HK" altLang="en-US" sz="2400" dirty="0"/>
          </a:p>
        </p:txBody>
      </p:sp>
      <p:sp>
        <p:nvSpPr>
          <p:cNvPr id="4" name="椭圆 3"/>
          <p:cNvSpPr/>
          <p:nvPr/>
        </p:nvSpPr>
        <p:spPr>
          <a:xfrm>
            <a:off x="4859382" y="3429000"/>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Server</a:t>
            </a:r>
            <a:endParaRPr lang="zh-CN" altLang="en-US" dirty="0"/>
          </a:p>
        </p:txBody>
      </p:sp>
      <p:sp>
        <p:nvSpPr>
          <p:cNvPr id="5" name="椭圆 4"/>
          <p:cNvSpPr/>
          <p:nvPr/>
        </p:nvSpPr>
        <p:spPr>
          <a:xfrm>
            <a:off x="3409405" y="5000897"/>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client1</a:t>
            </a:r>
            <a:endParaRPr lang="zh-CN" altLang="en-US"/>
          </a:p>
        </p:txBody>
      </p:sp>
      <p:sp>
        <p:nvSpPr>
          <p:cNvPr id="6" name="椭圆 5"/>
          <p:cNvSpPr/>
          <p:nvPr/>
        </p:nvSpPr>
        <p:spPr>
          <a:xfrm>
            <a:off x="5277393" y="5000897"/>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client2</a:t>
            </a:r>
            <a:endParaRPr lang="zh-CN" altLang="en-US"/>
          </a:p>
        </p:txBody>
      </p:sp>
      <p:sp>
        <p:nvSpPr>
          <p:cNvPr id="7" name="椭圆 6"/>
          <p:cNvSpPr/>
          <p:nvPr/>
        </p:nvSpPr>
        <p:spPr>
          <a:xfrm>
            <a:off x="7868193" y="5000897"/>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err="1"/>
              <a:t>clientn</a:t>
            </a:r>
            <a:endParaRPr lang="zh-CN" altLang="en-US"/>
          </a:p>
        </p:txBody>
      </p:sp>
      <p:sp>
        <p:nvSpPr>
          <p:cNvPr id="8" name="文本框 7"/>
          <p:cNvSpPr txBox="1"/>
          <p:nvPr/>
        </p:nvSpPr>
        <p:spPr>
          <a:xfrm>
            <a:off x="7045234" y="5121031"/>
            <a:ext cx="748937" cy="369332"/>
          </a:xfrm>
          <a:prstGeom prst="rect">
            <a:avLst/>
          </a:prstGeom>
          <a:noFill/>
        </p:spPr>
        <p:txBody>
          <a:bodyPr wrap="square" rtlCol="0">
            <a:spAutoFit/>
          </a:bodyPr>
          <a:lstStyle/>
          <a:p>
            <a:r>
              <a:rPr lang="en-US" altLang="zh-CN"/>
              <a:t>…</a:t>
            </a:r>
            <a:endParaRPr lang="zh-CN" altLang="en-US"/>
          </a:p>
        </p:txBody>
      </p:sp>
      <p:cxnSp>
        <p:nvCxnSpPr>
          <p:cNvPr id="9" name="直接连接符 8"/>
          <p:cNvCxnSpPr>
            <a:stCxn id="4" idx="4"/>
            <a:endCxn id="5" idx="0"/>
          </p:cNvCxnSpPr>
          <p:nvPr/>
        </p:nvCxnSpPr>
        <p:spPr>
          <a:xfrm flipH="1">
            <a:off x="4027714" y="4038600"/>
            <a:ext cx="1449977" cy="962297"/>
          </a:xfrm>
          <a:prstGeom prst="line">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直接连接符 9"/>
          <p:cNvCxnSpPr>
            <a:stCxn id="4" idx="4"/>
            <a:endCxn id="6" idx="0"/>
          </p:cNvCxnSpPr>
          <p:nvPr/>
        </p:nvCxnSpPr>
        <p:spPr>
          <a:xfrm>
            <a:off x="5477691" y="4038600"/>
            <a:ext cx="418011" cy="962297"/>
          </a:xfrm>
          <a:prstGeom prst="line">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直接连接符 10"/>
          <p:cNvCxnSpPr>
            <a:stCxn id="4" idx="4"/>
            <a:endCxn id="7" idx="0"/>
          </p:cNvCxnSpPr>
          <p:nvPr/>
        </p:nvCxnSpPr>
        <p:spPr>
          <a:xfrm>
            <a:off x="5477691" y="4038600"/>
            <a:ext cx="3008811" cy="962297"/>
          </a:xfrm>
          <a:prstGeom prst="line">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2" name="文本框 11"/>
          <p:cNvSpPr txBox="1"/>
          <p:nvPr/>
        </p:nvSpPr>
        <p:spPr>
          <a:xfrm>
            <a:off x="6398622" y="4481563"/>
            <a:ext cx="748937" cy="369332"/>
          </a:xfrm>
          <a:prstGeom prst="rect">
            <a:avLst/>
          </a:prstGeom>
          <a:noFill/>
        </p:spPr>
        <p:txBody>
          <a:bodyPr wrap="square" rtlCol="0">
            <a:spAutoFit/>
          </a:bodyPr>
          <a:lstStyle/>
          <a:p>
            <a:r>
              <a:rPr lang="en-US" altLang="zh-CN"/>
              <a:t>…</a:t>
            </a:r>
            <a:endParaRPr lang="zh-CN" altLang="en-US"/>
          </a:p>
        </p:txBody>
      </p:sp>
      <p:cxnSp>
        <p:nvCxnSpPr>
          <p:cNvPr id="13" name="直接连接符 12"/>
          <p:cNvCxnSpPr>
            <a:stCxn id="5" idx="6"/>
            <a:endCxn id="6" idx="2"/>
          </p:cNvCxnSpPr>
          <p:nvPr/>
        </p:nvCxnSpPr>
        <p:spPr>
          <a:xfrm>
            <a:off x="4646023" y="5305697"/>
            <a:ext cx="631370" cy="0"/>
          </a:xfrm>
          <a:prstGeom prst="line">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4" name="文本框 13"/>
          <p:cNvSpPr txBox="1"/>
          <p:nvPr/>
        </p:nvSpPr>
        <p:spPr>
          <a:xfrm>
            <a:off x="3331028" y="4038600"/>
            <a:ext cx="1643743" cy="646331"/>
          </a:xfrm>
          <a:prstGeom prst="rect">
            <a:avLst/>
          </a:prstGeom>
          <a:noFill/>
        </p:spPr>
        <p:txBody>
          <a:bodyPr wrap="square" rtlCol="0">
            <a:spAutoFit/>
          </a:bodyPr>
          <a:lstStyle/>
          <a:p>
            <a:r>
              <a:rPr lang="en-US" altLang="zh-CN"/>
              <a:t>Client-server based on UDP</a:t>
            </a:r>
            <a:endParaRPr lang="zh-CN" altLang="en-US"/>
          </a:p>
        </p:txBody>
      </p:sp>
      <p:sp>
        <p:nvSpPr>
          <p:cNvPr id="15" name="文本框 14"/>
          <p:cNvSpPr txBox="1"/>
          <p:nvPr/>
        </p:nvSpPr>
        <p:spPr>
          <a:xfrm>
            <a:off x="4208417" y="5538260"/>
            <a:ext cx="1774370" cy="646331"/>
          </a:xfrm>
          <a:prstGeom prst="rect">
            <a:avLst/>
          </a:prstGeom>
          <a:noFill/>
        </p:spPr>
        <p:txBody>
          <a:bodyPr wrap="square" rtlCol="0">
            <a:spAutoFit/>
          </a:bodyPr>
          <a:lstStyle/>
          <a:p>
            <a:r>
              <a:rPr lang="en-US" altLang="zh-CN" dirty="0"/>
              <a:t>P2p connection based on TCP</a:t>
            </a:r>
            <a:endParaRPr lang="zh-CN" altLang="en-US" dirty="0"/>
          </a:p>
        </p:txBody>
      </p:sp>
    </p:spTree>
    <p:extLst>
      <p:ext uri="{BB962C8B-B14F-4D97-AF65-F5344CB8AC3E}">
        <p14:creationId xmlns:p14="http://schemas.microsoft.com/office/powerpoint/2010/main" val="609247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30BF0-B55C-D628-750D-50B7D93E0587}"/>
              </a:ext>
            </a:extLst>
          </p:cNvPr>
          <p:cNvSpPr>
            <a:spLocks noGrp="1"/>
          </p:cNvSpPr>
          <p:nvPr>
            <p:ph type="title"/>
          </p:nvPr>
        </p:nvSpPr>
        <p:spPr/>
        <p:txBody>
          <a:bodyPr/>
          <a:lstStyle/>
          <a:p>
            <a:r>
              <a:rPr lang="en-US" altLang="zh-CN" dirty="0">
                <a:latin typeface="+mn-lt"/>
              </a:rPr>
              <a:t>File sharing</a:t>
            </a:r>
            <a:endParaRPr lang="zh-Hans-HK" altLang="en-US" dirty="0">
              <a:latin typeface="+mn-lt"/>
            </a:endParaRPr>
          </a:p>
        </p:txBody>
      </p:sp>
      <p:sp>
        <p:nvSpPr>
          <p:cNvPr id="23" name="文本框 22"/>
          <p:cNvSpPr txBox="1"/>
          <p:nvPr/>
        </p:nvSpPr>
        <p:spPr>
          <a:xfrm>
            <a:off x="794658" y="4224882"/>
            <a:ext cx="10735491" cy="2585323"/>
          </a:xfrm>
          <a:prstGeom prst="rect">
            <a:avLst/>
          </a:prstGeom>
          <a:noFill/>
        </p:spPr>
        <p:txBody>
          <a:bodyPr wrap="square" rtlCol="0">
            <a:spAutoFit/>
          </a:bodyPr>
          <a:lstStyle/>
          <a:p>
            <a:r>
              <a:rPr lang="en-US" altLang="zh-CN" dirty="0"/>
              <a:t>We assume at most 32 files (00.txt … 31.txt). The server maintains an unsigned integer variable for each client, in which each bit indicates whether this client has this file. For example, client1 has 01.txt and 31.txt, then the bitmap corresponds to this client is “0100 0000 0000 0000 0000 0000 0000 0001” in binary format.</a:t>
            </a:r>
          </a:p>
          <a:p>
            <a:endParaRPr lang="en-US" altLang="zh-CN" dirty="0"/>
          </a:p>
          <a:p>
            <a:r>
              <a:rPr lang="en-US" altLang="zh-CN" dirty="0"/>
              <a:t>After the client starts, it should tell the server what files it has. Then the server will store this information for this client. Whenever there is a client that wants to query for a specific file, it sends a query message to the server and the server returns the addresses of clients that have this file.</a:t>
            </a:r>
          </a:p>
          <a:p>
            <a:endParaRPr lang="en-US" altLang="zh-CN" dirty="0"/>
          </a:p>
          <a:p>
            <a:r>
              <a:rPr lang="en-US" altLang="zh-CN" dirty="0"/>
              <a:t>Then the client selects one of these addresses and request to download the file from this peer address.</a:t>
            </a:r>
            <a:endParaRPr lang="zh-CN" altLang="en-US" dirty="0"/>
          </a:p>
        </p:txBody>
      </p:sp>
      <p:sp>
        <p:nvSpPr>
          <p:cNvPr id="24" name="椭圆 23"/>
          <p:cNvSpPr/>
          <p:nvPr/>
        </p:nvSpPr>
        <p:spPr>
          <a:xfrm>
            <a:off x="4711337" y="1385888"/>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Server</a:t>
            </a:r>
            <a:endParaRPr lang="zh-CN" altLang="en-US"/>
          </a:p>
        </p:txBody>
      </p:sp>
      <p:sp>
        <p:nvSpPr>
          <p:cNvPr id="25" name="椭圆 24"/>
          <p:cNvSpPr/>
          <p:nvPr/>
        </p:nvSpPr>
        <p:spPr>
          <a:xfrm>
            <a:off x="3261360" y="2957785"/>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client1</a:t>
            </a:r>
            <a:endParaRPr lang="zh-CN" altLang="en-US"/>
          </a:p>
        </p:txBody>
      </p:sp>
      <p:sp>
        <p:nvSpPr>
          <p:cNvPr id="26" name="椭圆 25"/>
          <p:cNvSpPr/>
          <p:nvPr/>
        </p:nvSpPr>
        <p:spPr>
          <a:xfrm>
            <a:off x="5129348" y="2957785"/>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client2</a:t>
            </a:r>
            <a:endParaRPr lang="zh-CN" altLang="en-US"/>
          </a:p>
        </p:txBody>
      </p:sp>
      <p:sp>
        <p:nvSpPr>
          <p:cNvPr id="27" name="椭圆 26"/>
          <p:cNvSpPr/>
          <p:nvPr/>
        </p:nvSpPr>
        <p:spPr>
          <a:xfrm>
            <a:off x="7720148" y="2957785"/>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err="1"/>
              <a:t>clientn</a:t>
            </a:r>
            <a:endParaRPr lang="zh-CN" altLang="en-US"/>
          </a:p>
        </p:txBody>
      </p:sp>
      <p:sp>
        <p:nvSpPr>
          <p:cNvPr id="28" name="文本框 27"/>
          <p:cNvSpPr txBox="1"/>
          <p:nvPr/>
        </p:nvSpPr>
        <p:spPr>
          <a:xfrm>
            <a:off x="6897189" y="3077919"/>
            <a:ext cx="748937" cy="369332"/>
          </a:xfrm>
          <a:prstGeom prst="rect">
            <a:avLst/>
          </a:prstGeom>
          <a:noFill/>
        </p:spPr>
        <p:txBody>
          <a:bodyPr wrap="square" rtlCol="0">
            <a:spAutoFit/>
          </a:bodyPr>
          <a:lstStyle/>
          <a:p>
            <a:r>
              <a:rPr lang="en-US" altLang="zh-CN"/>
              <a:t>…</a:t>
            </a:r>
            <a:endParaRPr lang="zh-CN" altLang="en-US"/>
          </a:p>
        </p:txBody>
      </p:sp>
      <p:cxnSp>
        <p:nvCxnSpPr>
          <p:cNvPr id="29" name="直接连接符 28"/>
          <p:cNvCxnSpPr>
            <a:stCxn id="24" idx="4"/>
            <a:endCxn id="25" idx="0"/>
          </p:cNvCxnSpPr>
          <p:nvPr/>
        </p:nvCxnSpPr>
        <p:spPr>
          <a:xfrm flipH="1">
            <a:off x="3879669" y="1995488"/>
            <a:ext cx="1449977" cy="962297"/>
          </a:xfrm>
          <a:prstGeom prst="line">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直接连接符 29"/>
          <p:cNvCxnSpPr>
            <a:stCxn id="24" idx="4"/>
            <a:endCxn id="26" idx="0"/>
          </p:cNvCxnSpPr>
          <p:nvPr/>
        </p:nvCxnSpPr>
        <p:spPr>
          <a:xfrm>
            <a:off x="5329646" y="1995488"/>
            <a:ext cx="418011" cy="962297"/>
          </a:xfrm>
          <a:prstGeom prst="line">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直接连接符 30"/>
          <p:cNvCxnSpPr>
            <a:stCxn id="24" idx="4"/>
            <a:endCxn id="27" idx="0"/>
          </p:cNvCxnSpPr>
          <p:nvPr/>
        </p:nvCxnSpPr>
        <p:spPr>
          <a:xfrm>
            <a:off x="5329646" y="1995488"/>
            <a:ext cx="3008811" cy="962297"/>
          </a:xfrm>
          <a:prstGeom prst="line">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32" name="文本框 31"/>
          <p:cNvSpPr txBox="1"/>
          <p:nvPr/>
        </p:nvSpPr>
        <p:spPr>
          <a:xfrm>
            <a:off x="6250577" y="2438451"/>
            <a:ext cx="748937" cy="369332"/>
          </a:xfrm>
          <a:prstGeom prst="rect">
            <a:avLst/>
          </a:prstGeom>
          <a:noFill/>
        </p:spPr>
        <p:txBody>
          <a:bodyPr wrap="square" rtlCol="0">
            <a:spAutoFit/>
          </a:bodyPr>
          <a:lstStyle/>
          <a:p>
            <a:r>
              <a:rPr lang="en-US" altLang="zh-CN"/>
              <a:t>…</a:t>
            </a:r>
            <a:endParaRPr lang="zh-CN" altLang="en-US"/>
          </a:p>
        </p:txBody>
      </p:sp>
      <p:cxnSp>
        <p:nvCxnSpPr>
          <p:cNvPr id="33" name="直接连接符 32"/>
          <p:cNvCxnSpPr>
            <a:stCxn id="25" idx="6"/>
            <a:endCxn id="26" idx="2"/>
          </p:cNvCxnSpPr>
          <p:nvPr/>
        </p:nvCxnSpPr>
        <p:spPr>
          <a:xfrm>
            <a:off x="4497978" y="3262585"/>
            <a:ext cx="631370" cy="0"/>
          </a:xfrm>
          <a:prstGeom prst="line">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34" name="文本框 33"/>
          <p:cNvSpPr txBox="1"/>
          <p:nvPr/>
        </p:nvSpPr>
        <p:spPr>
          <a:xfrm>
            <a:off x="3182983" y="1995488"/>
            <a:ext cx="1643743" cy="646331"/>
          </a:xfrm>
          <a:prstGeom prst="rect">
            <a:avLst/>
          </a:prstGeom>
          <a:noFill/>
        </p:spPr>
        <p:txBody>
          <a:bodyPr wrap="square" rtlCol="0">
            <a:spAutoFit/>
          </a:bodyPr>
          <a:lstStyle/>
          <a:p>
            <a:r>
              <a:rPr lang="en-US" altLang="zh-CN"/>
              <a:t>Client-server based on UDP</a:t>
            </a:r>
            <a:endParaRPr lang="zh-CN" altLang="en-US"/>
          </a:p>
        </p:txBody>
      </p:sp>
      <p:sp>
        <p:nvSpPr>
          <p:cNvPr id="35" name="文本框 34"/>
          <p:cNvSpPr txBox="1"/>
          <p:nvPr/>
        </p:nvSpPr>
        <p:spPr>
          <a:xfrm>
            <a:off x="4060372" y="3495148"/>
            <a:ext cx="1774370" cy="646331"/>
          </a:xfrm>
          <a:prstGeom prst="rect">
            <a:avLst/>
          </a:prstGeom>
          <a:noFill/>
        </p:spPr>
        <p:txBody>
          <a:bodyPr wrap="square" rtlCol="0">
            <a:spAutoFit/>
          </a:bodyPr>
          <a:lstStyle/>
          <a:p>
            <a:r>
              <a:rPr lang="en-US" altLang="zh-CN"/>
              <a:t>P2p connection based on TCP</a:t>
            </a:r>
            <a:endParaRPr lang="zh-CN" altLang="en-US"/>
          </a:p>
        </p:txBody>
      </p:sp>
      <p:sp>
        <p:nvSpPr>
          <p:cNvPr id="36" name="文本框 35"/>
          <p:cNvSpPr txBox="1"/>
          <p:nvPr/>
        </p:nvSpPr>
        <p:spPr>
          <a:xfrm>
            <a:off x="6026332" y="1281496"/>
            <a:ext cx="2142308" cy="923330"/>
          </a:xfrm>
          <a:prstGeom prst="rect">
            <a:avLst/>
          </a:prstGeom>
          <a:noFill/>
          <a:ln>
            <a:solidFill>
              <a:srgbClr val="00B050"/>
            </a:solidFill>
          </a:ln>
        </p:spPr>
        <p:txBody>
          <a:bodyPr wrap="square" rtlCol="0">
            <a:spAutoFit/>
          </a:bodyPr>
          <a:lstStyle/>
          <a:p>
            <a:r>
              <a:rPr lang="en-US" altLang="zh-CN" err="1"/>
              <a:t>ip</a:t>
            </a:r>
            <a:r>
              <a:rPr lang="en-US" altLang="zh-CN"/>
              <a:t> port: bitmap</a:t>
            </a:r>
          </a:p>
          <a:p>
            <a:r>
              <a:rPr lang="en-US" altLang="zh-CN" err="1"/>
              <a:t>ip</a:t>
            </a:r>
            <a:r>
              <a:rPr lang="en-US" altLang="zh-CN"/>
              <a:t> port: bitmap</a:t>
            </a:r>
          </a:p>
          <a:p>
            <a:r>
              <a:rPr lang="en-US" altLang="zh-CN"/>
              <a:t>…</a:t>
            </a:r>
            <a:endParaRPr lang="zh-CN" altLang="en-US"/>
          </a:p>
        </p:txBody>
      </p:sp>
    </p:spTree>
    <p:extLst>
      <p:ext uri="{BB962C8B-B14F-4D97-AF65-F5344CB8AC3E}">
        <p14:creationId xmlns:p14="http://schemas.microsoft.com/office/powerpoint/2010/main" val="2786726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30BF0-B55C-D628-750D-50B7D93E0587}"/>
              </a:ext>
            </a:extLst>
          </p:cNvPr>
          <p:cNvSpPr>
            <a:spLocks noGrp="1"/>
          </p:cNvSpPr>
          <p:nvPr>
            <p:ph type="title"/>
          </p:nvPr>
        </p:nvSpPr>
        <p:spPr/>
        <p:txBody>
          <a:bodyPr/>
          <a:lstStyle/>
          <a:p>
            <a:r>
              <a:rPr lang="en-US" altLang="zh-CN" b="0" i="0" dirty="0">
                <a:effectLst/>
                <a:latin typeface="+mn-lt"/>
              </a:rPr>
              <a:t>File sharing</a:t>
            </a:r>
            <a:endParaRPr lang="zh-Hans-HK" altLang="en-US" dirty="0">
              <a:latin typeface="+mn-lt"/>
            </a:endParaRPr>
          </a:p>
        </p:txBody>
      </p:sp>
      <p:sp>
        <p:nvSpPr>
          <p:cNvPr id="23" name="文本框 22"/>
          <p:cNvSpPr txBox="1"/>
          <p:nvPr/>
        </p:nvSpPr>
        <p:spPr>
          <a:xfrm>
            <a:off x="838200" y="4520973"/>
            <a:ext cx="10735491" cy="2031325"/>
          </a:xfrm>
          <a:prstGeom prst="rect">
            <a:avLst/>
          </a:prstGeom>
          <a:noFill/>
        </p:spPr>
        <p:txBody>
          <a:bodyPr wrap="square" rtlCol="0">
            <a:spAutoFit/>
          </a:bodyPr>
          <a:lstStyle/>
          <a:p>
            <a:r>
              <a:rPr lang="en-US" altLang="zh-CN" dirty="0"/>
              <a:t>The communication between the client and the server uses rdt3.0 on UDP, i.e., there is no permanent connection between the clients and the directory server for file sharing (but a TCP connection between each client and the server for chat exists, which </a:t>
            </a:r>
            <a:r>
              <a:rPr lang="en-US" altLang="zh-CN" sz="1800" dirty="0">
                <a:solidFill>
                  <a:srgbClr val="2D3B45"/>
                </a:solidFill>
              </a:rPr>
              <a:t>is established after registration and closed when the client exits.)</a:t>
            </a:r>
            <a:endParaRPr lang="en-US" altLang="zh-CN" dirty="0"/>
          </a:p>
          <a:p>
            <a:endParaRPr lang="en-US" altLang="zh-CN" dirty="0"/>
          </a:p>
          <a:p>
            <a:r>
              <a:rPr lang="en-US" altLang="zh-CN" dirty="0"/>
              <a:t>The connection between clients are based on TCP. The clients create a background thread to work as a server to provide file download services to other clients. Additionally, this server uses poll() to achieve concurrency among concurrent clients.</a:t>
            </a:r>
          </a:p>
        </p:txBody>
      </p:sp>
      <p:sp>
        <p:nvSpPr>
          <p:cNvPr id="24" name="椭圆 23"/>
          <p:cNvSpPr/>
          <p:nvPr/>
        </p:nvSpPr>
        <p:spPr>
          <a:xfrm>
            <a:off x="4763588" y="1469291"/>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Server</a:t>
            </a:r>
            <a:endParaRPr lang="zh-CN" altLang="en-US"/>
          </a:p>
        </p:txBody>
      </p:sp>
      <p:sp>
        <p:nvSpPr>
          <p:cNvPr id="25" name="椭圆 24"/>
          <p:cNvSpPr/>
          <p:nvPr/>
        </p:nvSpPr>
        <p:spPr>
          <a:xfrm>
            <a:off x="3313611" y="3041188"/>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client1</a:t>
            </a:r>
            <a:endParaRPr lang="zh-CN" altLang="en-US"/>
          </a:p>
        </p:txBody>
      </p:sp>
      <p:sp>
        <p:nvSpPr>
          <p:cNvPr id="26" name="椭圆 25"/>
          <p:cNvSpPr/>
          <p:nvPr/>
        </p:nvSpPr>
        <p:spPr>
          <a:xfrm>
            <a:off x="5181599" y="3041188"/>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client2</a:t>
            </a:r>
            <a:endParaRPr lang="zh-CN" altLang="en-US"/>
          </a:p>
        </p:txBody>
      </p:sp>
      <p:sp>
        <p:nvSpPr>
          <p:cNvPr id="27" name="椭圆 26"/>
          <p:cNvSpPr/>
          <p:nvPr/>
        </p:nvSpPr>
        <p:spPr>
          <a:xfrm>
            <a:off x="7772399" y="3041188"/>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err="1"/>
              <a:t>clientn</a:t>
            </a:r>
            <a:endParaRPr lang="zh-CN" altLang="en-US"/>
          </a:p>
        </p:txBody>
      </p:sp>
      <p:sp>
        <p:nvSpPr>
          <p:cNvPr id="28" name="文本框 27"/>
          <p:cNvSpPr txBox="1"/>
          <p:nvPr/>
        </p:nvSpPr>
        <p:spPr>
          <a:xfrm>
            <a:off x="6949440" y="3161322"/>
            <a:ext cx="748937" cy="369332"/>
          </a:xfrm>
          <a:prstGeom prst="rect">
            <a:avLst/>
          </a:prstGeom>
          <a:noFill/>
        </p:spPr>
        <p:txBody>
          <a:bodyPr wrap="square" rtlCol="0">
            <a:spAutoFit/>
          </a:bodyPr>
          <a:lstStyle/>
          <a:p>
            <a:r>
              <a:rPr lang="en-US" altLang="zh-CN"/>
              <a:t>…</a:t>
            </a:r>
            <a:endParaRPr lang="zh-CN" altLang="en-US"/>
          </a:p>
        </p:txBody>
      </p:sp>
      <p:cxnSp>
        <p:nvCxnSpPr>
          <p:cNvPr id="29" name="直接连接符 28"/>
          <p:cNvCxnSpPr>
            <a:stCxn id="24" idx="4"/>
            <a:endCxn id="25" idx="0"/>
          </p:cNvCxnSpPr>
          <p:nvPr/>
        </p:nvCxnSpPr>
        <p:spPr>
          <a:xfrm flipH="1">
            <a:off x="3931920" y="2078891"/>
            <a:ext cx="1449977" cy="962297"/>
          </a:xfrm>
          <a:prstGeom prst="line">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直接连接符 29"/>
          <p:cNvCxnSpPr>
            <a:stCxn id="24" idx="4"/>
            <a:endCxn id="26" idx="0"/>
          </p:cNvCxnSpPr>
          <p:nvPr/>
        </p:nvCxnSpPr>
        <p:spPr>
          <a:xfrm>
            <a:off x="5381897" y="2078891"/>
            <a:ext cx="418011" cy="962297"/>
          </a:xfrm>
          <a:prstGeom prst="line">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直接连接符 30"/>
          <p:cNvCxnSpPr>
            <a:stCxn id="24" idx="4"/>
            <a:endCxn id="27" idx="0"/>
          </p:cNvCxnSpPr>
          <p:nvPr/>
        </p:nvCxnSpPr>
        <p:spPr>
          <a:xfrm>
            <a:off x="5381897" y="2078891"/>
            <a:ext cx="3008811" cy="962297"/>
          </a:xfrm>
          <a:prstGeom prst="line">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32" name="文本框 31"/>
          <p:cNvSpPr txBox="1"/>
          <p:nvPr/>
        </p:nvSpPr>
        <p:spPr>
          <a:xfrm>
            <a:off x="6302828" y="2521854"/>
            <a:ext cx="748937" cy="369332"/>
          </a:xfrm>
          <a:prstGeom prst="rect">
            <a:avLst/>
          </a:prstGeom>
          <a:noFill/>
        </p:spPr>
        <p:txBody>
          <a:bodyPr wrap="square" rtlCol="0">
            <a:spAutoFit/>
          </a:bodyPr>
          <a:lstStyle/>
          <a:p>
            <a:r>
              <a:rPr lang="en-US" altLang="zh-CN"/>
              <a:t>…</a:t>
            </a:r>
            <a:endParaRPr lang="zh-CN" altLang="en-US"/>
          </a:p>
        </p:txBody>
      </p:sp>
      <p:cxnSp>
        <p:nvCxnSpPr>
          <p:cNvPr id="33" name="直接连接符 32"/>
          <p:cNvCxnSpPr>
            <a:stCxn id="25" idx="6"/>
            <a:endCxn id="26" idx="2"/>
          </p:cNvCxnSpPr>
          <p:nvPr/>
        </p:nvCxnSpPr>
        <p:spPr>
          <a:xfrm>
            <a:off x="4550229" y="3345988"/>
            <a:ext cx="631370" cy="0"/>
          </a:xfrm>
          <a:prstGeom prst="line">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34" name="文本框 33"/>
          <p:cNvSpPr txBox="1"/>
          <p:nvPr/>
        </p:nvSpPr>
        <p:spPr>
          <a:xfrm>
            <a:off x="3235234" y="2078891"/>
            <a:ext cx="1643743" cy="646331"/>
          </a:xfrm>
          <a:prstGeom prst="rect">
            <a:avLst/>
          </a:prstGeom>
          <a:noFill/>
        </p:spPr>
        <p:txBody>
          <a:bodyPr wrap="square" rtlCol="0">
            <a:spAutoFit/>
          </a:bodyPr>
          <a:lstStyle/>
          <a:p>
            <a:r>
              <a:rPr lang="en-US" altLang="zh-CN"/>
              <a:t>Client-server based on UDP</a:t>
            </a:r>
            <a:endParaRPr lang="zh-CN" altLang="en-US"/>
          </a:p>
        </p:txBody>
      </p:sp>
      <p:sp>
        <p:nvSpPr>
          <p:cNvPr id="35" name="文本框 34"/>
          <p:cNvSpPr txBox="1"/>
          <p:nvPr/>
        </p:nvSpPr>
        <p:spPr>
          <a:xfrm>
            <a:off x="4112623" y="3578551"/>
            <a:ext cx="1774370" cy="646331"/>
          </a:xfrm>
          <a:prstGeom prst="rect">
            <a:avLst/>
          </a:prstGeom>
          <a:noFill/>
        </p:spPr>
        <p:txBody>
          <a:bodyPr wrap="square" rtlCol="0">
            <a:spAutoFit/>
          </a:bodyPr>
          <a:lstStyle/>
          <a:p>
            <a:r>
              <a:rPr lang="en-US" altLang="zh-CN"/>
              <a:t>P2p connection based on TCP</a:t>
            </a:r>
            <a:endParaRPr lang="zh-CN" altLang="en-US"/>
          </a:p>
        </p:txBody>
      </p:sp>
    </p:spTree>
    <p:extLst>
      <p:ext uri="{BB962C8B-B14F-4D97-AF65-F5344CB8AC3E}">
        <p14:creationId xmlns:p14="http://schemas.microsoft.com/office/powerpoint/2010/main" val="1125990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E1F7C-1F67-DB8D-6EC0-6FD422B87DC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6E14488-BD8F-0860-7D49-72511CE0F2D3}"/>
              </a:ext>
            </a:extLst>
          </p:cNvPr>
          <p:cNvSpPr>
            <a:spLocks noGrp="1"/>
          </p:cNvSpPr>
          <p:nvPr>
            <p:ph type="title"/>
          </p:nvPr>
        </p:nvSpPr>
        <p:spPr/>
        <p:txBody>
          <a:bodyPr/>
          <a:lstStyle/>
          <a:p>
            <a:r>
              <a:rPr lang="en-US" altLang="zh-Hans-HK" b="0" i="0" dirty="0">
                <a:effectLst/>
                <a:latin typeface="+mn-lt"/>
              </a:rPr>
              <a:t>Programming </a:t>
            </a:r>
            <a:r>
              <a:rPr lang="en-US" altLang="zh-CN" dirty="0"/>
              <a:t>project</a:t>
            </a:r>
            <a:r>
              <a:rPr lang="en-US" altLang="zh-Hans-HK" b="0" i="0" dirty="0">
                <a:effectLst/>
                <a:latin typeface="+mn-lt"/>
              </a:rPr>
              <a:t> description</a:t>
            </a:r>
            <a:endParaRPr lang="zh-Hans-HK" altLang="en-US" dirty="0">
              <a:latin typeface="+mn-lt"/>
            </a:endParaRPr>
          </a:p>
        </p:txBody>
      </p:sp>
      <p:sp>
        <p:nvSpPr>
          <p:cNvPr id="3" name="内容占位符 2">
            <a:extLst>
              <a:ext uri="{FF2B5EF4-FFF2-40B4-BE49-F238E27FC236}">
                <a16:creationId xmlns:a16="http://schemas.microsoft.com/office/drawing/2014/main" id="{70076747-D265-683F-7768-38A6FC7AE320}"/>
              </a:ext>
            </a:extLst>
          </p:cNvPr>
          <p:cNvSpPr>
            <a:spLocks noGrp="1"/>
          </p:cNvSpPr>
          <p:nvPr>
            <p:ph idx="1"/>
          </p:nvPr>
        </p:nvSpPr>
        <p:spPr>
          <a:xfrm>
            <a:off x="838200" y="1690688"/>
            <a:ext cx="10663989" cy="4351338"/>
          </a:xfrm>
        </p:spPr>
        <p:txBody>
          <a:bodyPr>
            <a:noAutofit/>
          </a:bodyPr>
          <a:lstStyle/>
          <a:p>
            <a:pPr marL="0" indent="0" algn="l">
              <a:buNone/>
            </a:pPr>
            <a:r>
              <a:rPr lang="en-US" altLang="zh-Hans-HK" sz="2400" b="1" i="0" u="sng" dirty="0">
                <a:solidFill>
                  <a:srgbClr val="2D3B45"/>
                </a:solidFill>
                <a:effectLst/>
              </a:rPr>
              <a:t>Programming assignment object</a:t>
            </a:r>
            <a:endParaRPr lang="en-US" altLang="zh-Hans-HK" sz="2400" b="0" i="0" dirty="0">
              <a:solidFill>
                <a:srgbClr val="2D3B45"/>
              </a:solidFill>
              <a:effectLst/>
            </a:endParaRPr>
          </a:p>
          <a:p>
            <a:pPr marL="0" indent="0" algn="l">
              <a:buNone/>
            </a:pPr>
            <a:r>
              <a:rPr lang="en-US" altLang="zh-Hans-HK" sz="2400" b="0" i="0" dirty="0">
                <a:solidFill>
                  <a:srgbClr val="2D3B45"/>
                </a:solidFill>
                <a:effectLst/>
              </a:rPr>
              <a:t>Build a</a:t>
            </a:r>
            <a:r>
              <a:rPr lang="en-US" altLang="zh-CN" sz="2400" b="0" i="0" dirty="0">
                <a:solidFill>
                  <a:srgbClr val="2D3B45"/>
                </a:solidFill>
                <a:effectLst/>
              </a:rPr>
              <a:t> system allowing both chat and file sharing services.</a:t>
            </a:r>
            <a:r>
              <a:rPr lang="en-US" altLang="zh-CN" sz="2400" dirty="0">
                <a:solidFill>
                  <a:srgbClr val="2D3B45"/>
                </a:solidFill>
              </a:rPr>
              <a:t> </a:t>
            </a:r>
          </a:p>
          <a:p>
            <a:pPr marL="0" indent="0" algn="l">
              <a:buNone/>
            </a:pPr>
            <a:r>
              <a:rPr lang="en-US" altLang="zh-CN" sz="2400" dirty="0">
                <a:solidFill>
                  <a:srgbClr val="2D3B45"/>
                </a:solidFill>
              </a:rPr>
              <a:t>For chat, each client connects to the server by TCP. The server takes responsibility for forwarding received message by TCP to other users or the specified user.</a:t>
            </a:r>
            <a:endParaRPr lang="zh-Hans-HK" altLang="en-US" sz="2400" dirty="0"/>
          </a:p>
        </p:txBody>
      </p:sp>
      <p:sp>
        <p:nvSpPr>
          <p:cNvPr id="16" name="椭圆 15">
            <a:extLst>
              <a:ext uri="{FF2B5EF4-FFF2-40B4-BE49-F238E27FC236}">
                <a16:creationId xmlns:a16="http://schemas.microsoft.com/office/drawing/2014/main" id="{59148679-B062-7B49-8353-E6732083D403}"/>
              </a:ext>
            </a:extLst>
          </p:cNvPr>
          <p:cNvSpPr/>
          <p:nvPr/>
        </p:nvSpPr>
        <p:spPr>
          <a:xfrm>
            <a:off x="4859382" y="3429000"/>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Server</a:t>
            </a:r>
            <a:endParaRPr lang="zh-CN" altLang="en-US" dirty="0"/>
          </a:p>
        </p:txBody>
      </p:sp>
      <p:sp>
        <p:nvSpPr>
          <p:cNvPr id="17" name="椭圆 16">
            <a:extLst>
              <a:ext uri="{FF2B5EF4-FFF2-40B4-BE49-F238E27FC236}">
                <a16:creationId xmlns:a16="http://schemas.microsoft.com/office/drawing/2014/main" id="{936B7161-B50F-4068-ECBA-10AC738CE9FA}"/>
              </a:ext>
            </a:extLst>
          </p:cNvPr>
          <p:cNvSpPr/>
          <p:nvPr/>
        </p:nvSpPr>
        <p:spPr>
          <a:xfrm>
            <a:off x="3409405" y="5000897"/>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client1</a:t>
            </a:r>
            <a:endParaRPr lang="zh-CN" altLang="en-US"/>
          </a:p>
        </p:txBody>
      </p:sp>
      <p:sp>
        <p:nvSpPr>
          <p:cNvPr id="18" name="椭圆 17">
            <a:extLst>
              <a:ext uri="{FF2B5EF4-FFF2-40B4-BE49-F238E27FC236}">
                <a16:creationId xmlns:a16="http://schemas.microsoft.com/office/drawing/2014/main" id="{95F150CD-36ED-71E1-3BEA-D84CBF79ECED}"/>
              </a:ext>
            </a:extLst>
          </p:cNvPr>
          <p:cNvSpPr/>
          <p:nvPr/>
        </p:nvSpPr>
        <p:spPr>
          <a:xfrm>
            <a:off x="5277393" y="5000897"/>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client2</a:t>
            </a:r>
            <a:endParaRPr lang="zh-CN" altLang="en-US"/>
          </a:p>
        </p:txBody>
      </p:sp>
      <p:sp>
        <p:nvSpPr>
          <p:cNvPr id="19" name="椭圆 18">
            <a:extLst>
              <a:ext uri="{FF2B5EF4-FFF2-40B4-BE49-F238E27FC236}">
                <a16:creationId xmlns:a16="http://schemas.microsoft.com/office/drawing/2014/main" id="{32482F94-F502-B44A-9B36-45EE9C8F3D6D}"/>
              </a:ext>
            </a:extLst>
          </p:cNvPr>
          <p:cNvSpPr/>
          <p:nvPr/>
        </p:nvSpPr>
        <p:spPr>
          <a:xfrm>
            <a:off x="7868193" y="5000897"/>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err="1"/>
              <a:t>clientn</a:t>
            </a:r>
            <a:endParaRPr lang="zh-CN" altLang="en-US"/>
          </a:p>
        </p:txBody>
      </p:sp>
      <p:sp>
        <p:nvSpPr>
          <p:cNvPr id="20" name="文本框 19">
            <a:extLst>
              <a:ext uri="{FF2B5EF4-FFF2-40B4-BE49-F238E27FC236}">
                <a16:creationId xmlns:a16="http://schemas.microsoft.com/office/drawing/2014/main" id="{D0C56F0D-3A3B-E7F7-A30E-4194E3ACC53E}"/>
              </a:ext>
            </a:extLst>
          </p:cNvPr>
          <p:cNvSpPr txBox="1"/>
          <p:nvPr/>
        </p:nvSpPr>
        <p:spPr>
          <a:xfrm>
            <a:off x="7045234" y="5121031"/>
            <a:ext cx="748937" cy="369332"/>
          </a:xfrm>
          <a:prstGeom prst="rect">
            <a:avLst/>
          </a:prstGeom>
          <a:noFill/>
        </p:spPr>
        <p:txBody>
          <a:bodyPr wrap="square" rtlCol="0">
            <a:spAutoFit/>
          </a:bodyPr>
          <a:lstStyle/>
          <a:p>
            <a:r>
              <a:rPr lang="en-US" altLang="zh-CN"/>
              <a:t>…</a:t>
            </a:r>
            <a:endParaRPr lang="zh-CN" altLang="en-US"/>
          </a:p>
        </p:txBody>
      </p:sp>
      <p:cxnSp>
        <p:nvCxnSpPr>
          <p:cNvPr id="21" name="直接连接符 8">
            <a:extLst>
              <a:ext uri="{FF2B5EF4-FFF2-40B4-BE49-F238E27FC236}">
                <a16:creationId xmlns:a16="http://schemas.microsoft.com/office/drawing/2014/main" id="{16D95F05-0A98-F4B4-5774-E88DABD2153E}"/>
              </a:ext>
            </a:extLst>
          </p:cNvPr>
          <p:cNvCxnSpPr>
            <a:stCxn id="16" idx="4"/>
            <a:endCxn id="17" idx="0"/>
          </p:cNvCxnSpPr>
          <p:nvPr/>
        </p:nvCxnSpPr>
        <p:spPr>
          <a:xfrm flipH="1">
            <a:off x="4027714" y="4038600"/>
            <a:ext cx="1449977" cy="962297"/>
          </a:xfrm>
          <a:prstGeom prst="line">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直接连接符 9">
            <a:extLst>
              <a:ext uri="{FF2B5EF4-FFF2-40B4-BE49-F238E27FC236}">
                <a16:creationId xmlns:a16="http://schemas.microsoft.com/office/drawing/2014/main" id="{241B4F47-A5B8-39B9-4459-DC551E547ADA}"/>
              </a:ext>
            </a:extLst>
          </p:cNvPr>
          <p:cNvCxnSpPr>
            <a:stCxn id="16" idx="4"/>
            <a:endCxn id="18" idx="0"/>
          </p:cNvCxnSpPr>
          <p:nvPr/>
        </p:nvCxnSpPr>
        <p:spPr>
          <a:xfrm>
            <a:off x="5477691" y="4038600"/>
            <a:ext cx="418011" cy="962297"/>
          </a:xfrm>
          <a:prstGeom prst="line">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直接连接符 10">
            <a:extLst>
              <a:ext uri="{FF2B5EF4-FFF2-40B4-BE49-F238E27FC236}">
                <a16:creationId xmlns:a16="http://schemas.microsoft.com/office/drawing/2014/main" id="{85C46E68-7E12-3FB4-EF44-414BB2A91A14}"/>
              </a:ext>
            </a:extLst>
          </p:cNvPr>
          <p:cNvCxnSpPr>
            <a:stCxn id="16" idx="4"/>
            <a:endCxn id="19" idx="0"/>
          </p:cNvCxnSpPr>
          <p:nvPr/>
        </p:nvCxnSpPr>
        <p:spPr>
          <a:xfrm>
            <a:off x="5477691" y="4038600"/>
            <a:ext cx="3008811" cy="962297"/>
          </a:xfrm>
          <a:prstGeom prst="line">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4" name="文本框 23">
            <a:extLst>
              <a:ext uri="{FF2B5EF4-FFF2-40B4-BE49-F238E27FC236}">
                <a16:creationId xmlns:a16="http://schemas.microsoft.com/office/drawing/2014/main" id="{7A5906DE-17DF-AB31-067B-5105972C4410}"/>
              </a:ext>
            </a:extLst>
          </p:cNvPr>
          <p:cNvSpPr txBox="1"/>
          <p:nvPr/>
        </p:nvSpPr>
        <p:spPr>
          <a:xfrm>
            <a:off x="6398622" y="4481563"/>
            <a:ext cx="748937" cy="369332"/>
          </a:xfrm>
          <a:prstGeom prst="rect">
            <a:avLst/>
          </a:prstGeom>
          <a:noFill/>
        </p:spPr>
        <p:txBody>
          <a:bodyPr wrap="square" rtlCol="0">
            <a:spAutoFit/>
          </a:bodyPr>
          <a:lstStyle/>
          <a:p>
            <a:r>
              <a:rPr lang="en-US" altLang="zh-CN"/>
              <a:t>…</a:t>
            </a:r>
            <a:endParaRPr lang="zh-CN" altLang="en-US"/>
          </a:p>
        </p:txBody>
      </p:sp>
      <p:sp>
        <p:nvSpPr>
          <p:cNvPr id="26" name="文本框 25">
            <a:extLst>
              <a:ext uri="{FF2B5EF4-FFF2-40B4-BE49-F238E27FC236}">
                <a16:creationId xmlns:a16="http://schemas.microsoft.com/office/drawing/2014/main" id="{928B2732-C0AD-826A-E802-A1F9784C619E}"/>
              </a:ext>
            </a:extLst>
          </p:cNvPr>
          <p:cNvSpPr txBox="1"/>
          <p:nvPr/>
        </p:nvSpPr>
        <p:spPr>
          <a:xfrm>
            <a:off x="3331028" y="4038600"/>
            <a:ext cx="1643743" cy="646331"/>
          </a:xfrm>
          <a:prstGeom prst="rect">
            <a:avLst/>
          </a:prstGeom>
          <a:noFill/>
        </p:spPr>
        <p:txBody>
          <a:bodyPr wrap="square" rtlCol="0">
            <a:spAutoFit/>
          </a:bodyPr>
          <a:lstStyle/>
          <a:p>
            <a:r>
              <a:rPr lang="en-US" altLang="zh-CN" dirty="0"/>
              <a:t>Connection based on TCP</a:t>
            </a:r>
            <a:endParaRPr lang="zh-CN" altLang="en-US" dirty="0"/>
          </a:p>
        </p:txBody>
      </p:sp>
    </p:spTree>
    <p:extLst>
      <p:ext uri="{BB962C8B-B14F-4D97-AF65-F5344CB8AC3E}">
        <p14:creationId xmlns:p14="http://schemas.microsoft.com/office/powerpoint/2010/main" val="1447362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02D0D-A664-A42A-3F3C-DF98562A49E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67C2526-E613-3BEF-CE9E-C9F82F7774FF}"/>
              </a:ext>
            </a:extLst>
          </p:cNvPr>
          <p:cNvSpPr>
            <a:spLocks noGrp="1"/>
          </p:cNvSpPr>
          <p:nvPr>
            <p:ph type="title"/>
          </p:nvPr>
        </p:nvSpPr>
        <p:spPr/>
        <p:txBody>
          <a:bodyPr/>
          <a:lstStyle/>
          <a:p>
            <a:r>
              <a:rPr lang="en-US" altLang="zh-CN" b="0" i="0" dirty="0">
                <a:effectLst/>
                <a:latin typeface="+mn-lt"/>
              </a:rPr>
              <a:t>Chat</a:t>
            </a:r>
            <a:endParaRPr lang="zh-Hans-HK" altLang="en-US" dirty="0">
              <a:latin typeface="+mn-lt"/>
            </a:endParaRPr>
          </a:p>
        </p:txBody>
      </p:sp>
      <p:sp>
        <p:nvSpPr>
          <p:cNvPr id="23" name="文本框 22">
            <a:extLst>
              <a:ext uri="{FF2B5EF4-FFF2-40B4-BE49-F238E27FC236}">
                <a16:creationId xmlns:a16="http://schemas.microsoft.com/office/drawing/2014/main" id="{76C65FC9-FF59-4BD4-1A92-5F521018068A}"/>
              </a:ext>
            </a:extLst>
          </p:cNvPr>
          <p:cNvSpPr txBox="1"/>
          <p:nvPr/>
        </p:nvSpPr>
        <p:spPr>
          <a:xfrm>
            <a:off x="838200" y="4520973"/>
            <a:ext cx="10735491" cy="1477328"/>
          </a:xfrm>
          <a:prstGeom prst="rect">
            <a:avLst/>
          </a:prstGeom>
          <a:noFill/>
        </p:spPr>
        <p:txBody>
          <a:bodyPr wrap="square" rtlCol="0">
            <a:spAutoFit/>
          </a:bodyPr>
          <a:lstStyle/>
          <a:p>
            <a:r>
              <a:rPr lang="en-US" altLang="zh-CN" dirty="0"/>
              <a:t>A TCP connection between each client and the server for chat </a:t>
            </a:r>
            <a:r>
              <a:rPr lang="en-US" altLang="zh-CN" sz="1800" dirty="0">
                <a:solidFill>
                  <a:srgbClr val="2D3B45"/>
                </a:solidFill>
              </a:rPr>
              <a:t>is established after registration and closed when the client exits.</a:t>
            </a:r>
          </a:p>
          <a:p>
            <a:r>
              <a:rPr lang="en-US" altLang="zh-CN" dirty="0">
                <a:solidFill>
                  <a:srgbClr val="2D3B45"/>
                </a:solidFill>
              </a:rPr>
              <a:t>The server creates a thread dealing with chat and use poll() to achieve concurrency among concurrent clients.</a:t>
            </a:r>
          </a:p>
          <a:p>
            <a:r>
              <a:rPr lang="en-US" altLang="zh-CN" dirty="0"/>
              <a:t>Each client creates a thread receiving the messages from the server.</a:t>
            </a:r>
          </a:p>
          <a:p>
            <a:endParaRPr lang="en-US" altLang="zh-CN" dirty="0"/>
          </a:p>
        </p:txBody>
      </p:sp>
      <p:sp>
        <p:nvSpPr>
          <p:cNvPr id="13" name="椭圆 12">
            <a:extLst>
              <a:ext uri="{FF2B5EF4-FFF2-40B4-BE49-F238E27FC236}">
                <a16:creationId xmlns:a16="http://schemas.microsoft.com/office/drawing/2014/main" id="{86701908-BC96-529F-C1D5-BDAB03603B8F}"/>
              </a:ext>
            </a:extLst>
          </p:cNvPr>
          <p:cNvSpPr/>
          <p:nvPr/>
        </p:nvSpPr>
        <p:spPr>
          <a:xfrm>
            <a:off x="5221691" y="1243190"/>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Server</a:t>
            </a:r>
            <a:endParaRPr lang="zh-CN" altLang="en-US" dirty="0"/>
          </a:p>
        </p:txBody>
      </p:sp>
      <p:sp>
        <p:nvSpPr>
          <p:cNvPr id="14" name="椭圆 13">
            <a:extLst>
              <a:ext uri="{FF2B5EF4-FFF2-40B4-BE49-F238E27FC236}">
                <a16:creationId xmlns:a16="http://schemas.microsoft.com/office/drawing/2014/main" id="{5807C262-9E8A-869E-F62B-5D1825220A82}"/>
              </a:ext>
            </a:extLst>
          </p:cNvPr>
          <p:cNvSpPr/>
          <p:nvPr/>
        </p:nvSpPr>
        <p:spPr>
          <a:xfrm>
            <a:off x="3771714" y="2815087"/>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client1</a:t>
            </a:r>
            <a:endParaRPr lang="zh-CN" altLang="en-US"/>
          </a:p>
        </p:txBody>
      </p:sp>
      <p:sp>
        <p:nvSpPr>
          <p:cNvPr id="15" name="椭圆 14">
            <a:extLst>
              <a:ext uri="{FF2B5EF4-FFF2-40B4-BE49-F238E27FC236}">
                <a16:creationId xmlns:a16="http://schemas.microsoft.com/office/drawing/2014/main" id="{F2E86A24-0956-295F-A83F-F8DFA84CC453}"/>
              </a:ext>
            </a:extLst>
          </p:cNvPr>
          <p:cNvSpPr/>
          <p:nvPr/>
        </p:nvSpPr>
        <p:spPr>
          <a:xfrm>
            <a:off x="5639702" y="2815087"/>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client2</a:t>
            </a:r>
            <a:endParaRPr lang="zh-CN" altLang="en-US"/>
          </a:p>
        </p:txBody>
      </p:sp>
      <p:sp>
        <p:nvSpPr>
          <p:cNvPr id="16" name="椭圆 15">
            <a:extLst>
              <a:ext uri="{FF2B5EF4-FFF2-40B4-BE49-F238E27FC236}">
                <a16:creationId xmlns:a16="http://schemas.microsoft.com/office/drawing/2014/main" id="{FEF9FBCD-29E5-2019-A43B-D77DE8E9DBD4}"/>
              </a:ext>
            </a:extLst>
          </p:cNvPr>
          <p:cNvSpPr/>
          <p:nvPr/>
        </p:nvSpPr>
        <p:spPr>
          <a:xfrm>
            <a:off x="8230502" y="2815087"/>
            <a:ext cx="1236618"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err="1"/>
              <a:t>clientn</a:t>
            </a:r>
            <a:endParaRPr lang="zh-CN" altLang="en-US"/>
          </a:p>
        </p:txBody>
      </p:sp>
      <p:sp>
        <p:nvSpPr>
          <p:cNvPr id="17" name="文本框 16">
            <a:extLst>
              <a:ext uri="{FF2B5EF4-FFF2-40B4-BE49-F238E27FC236}">
                <a16:creationId xmlns:a16="http://schemas.microsoft.com/office/drawing/2014/main" id="{95BAFDC9-A78A-A605-68EB-8213F2D646CE}"/>
              </a:ext>
            </a:extLst>
          </p:cNvPr>
          <p:cNvSpPr txBox="1"/>
          <p:nvPr/>
        </p:nvSpPr>
        <p:spPr>
          <a:xfrm>
            <a:off x="7407543" y="2935221"/>
            <a:ext cx="748937" cy="369332"/>
          </a:xfrm>
          <a:prstGeom prst="rect">
            <a:avLst/>
          </a:prstGeom>
          <a:noFill/>
        </p:spPr>
        <p:txBody>
          <a:bodyPr wrap="square" rtlCol="0">
            <a:spAutoFit/>
          </a:bodyPr>
          <a:lstStyle/>
          <a:p>
            <a:r>
              <a:rPr lang="en-US" altLang="zh-CN"/>
              <a:t>…</a:t>
            </a:r>
            <a:endParaRPr lang="zh-CN" altLang="en-US"/>
          </a:p>
        </p:txBody>
      </p:sp>
      <p:cxnSp>
        <p:nvCxnSpPr>
          <p:cNvPr id="18" name="直接连接符 8">
            <a:extLst>
              <a:ext uri="{FF2B5EF4-FFF2-40B4-BE49-F238E27FC236}">
                <a16:creationId xmlns:a16="http://schemas.microsoft.com/office/drawing/2014/main" id="{00549F7D-5573-7B22-5F74-FDE5A66B062A}"/>
              </a:ext>
            </a:extLst>
          </p:cNvPr>
          <p:cNvCxnSpPr>
            <a:stCxn id="13" idx="4"/>
            <a:endCxn id="14" idx="0"/>
          </p:cNvCxnSpPr>
          <p:nvPr/>
        </p:nvCxnSpPr>
        <p:spPr>
          <a:xfrm flipH="1">
            <a:off x="4390023" y="1852790"/>
            <a:ext cx="1449977" cy="962297"/>
          </a:xfrm>
          <a:prstGeom prst="line">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直接连接符 9">
            <a:extLst>
              <a:ext uri="{FF2B5EF4-FFF2-40B4-BE49-F238E27FC236}">
                <a16:creationId xmlns:a16="http://schemas.microsoft.com/office/drawing/2014/main" id="{E7C96911-F788-D9C9-2265-A1B592007586}"/>
              </a:ext>
            </a:extLst>
          </p:cNvPr>
          <p:cNvCxnSpPr>
            <a:stCxn id="13" idx="4"/>
            <a:endCxn id="15" idx="0"/>
          </p:cNvCxnSpPr>
          <p:nvPr/>
        </p:nvCxnSpPr>
        <p:spPr>
          <a:xfrm>
            <a:off x="5840000" y="1852790"/>
            <a:ext cx="418011" cy="962297"/>
          </a:xfrm>
          <a:prstGeom prst="line">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直接连接符 10">
            <a:extLst>
              <a:ext uri="{FF2B5EF4-FFF2-40B4-BE49-F238E27FC236}">
                <a16:creationId xmlns:a16="http://schemas.microsoft.com/office/drawing/2014/main" id="{D3F12CA6-99E0-DF6F-E71C-B015657DBA16}"/>
              </a:ext>
            </a:extLst>
          </p:cNvPr>
          <p:cNvCxnSpPr>
            <a:stCxn id="13" idx="4"/>
            <a:endCxn id="16" idx="0"/>
          </p:cNvCxnSpPr>
          <p:nvPr/>
        </p:nvCxnSpPr>
        <p:spPr>
          <a:xfrm>
            <a:off x="5840000" y="1852790"/>
            <a:ext cx="3008811" cy="962297"/>
          </a:xfrm>
          <a:prstGeom prst="line">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1" name="文本框 20">
            <a:extLst>
              <a:ext uri="{FF2B5EF4-FFF2-40B4-BE49-F238E27FC236}">
                <a16:creationId xmlns:a16="http://schemas.microsoft.com/office/drawing/2014/main" id="{D992FA3A-BE0D-2BCA-3E32-127874D6DF92}"/>
              </a:ext>
            </a:extLst>
          </p:cNvPr>
          <p:cNvSpPr txBox="1"/>
          <p:nvPr/>
        </p:nvSpPr>
        <p:spPr>
          <a:xfrm>
            <a:off x="6760931" y="2295753"/>
            <a:ext cx="748937" cy="369332"/>
          </a:xfrm>
          <a:prstGeom prst="rect">
            <a:avLst/>
          </a:prstGeom>
          <a:noFill/>
        </p:spPr>
        <p:txBody>
          <a:bodyPr wrap="square" rtlCol="0">
            <a:spAutoFit/>
          </a:bodyPr>
          <a:lstStyle/>
          <a:p>
            <a:r>
              <a:rPr lang="en-US" altLang="zh-CN"/>
              <a:t>…</a:t>
            </a:r>
            <a:endParaRPr lang="zh-CN" altLang="en-US"/>
          </a:p>
        </p:txBody>
      </p:sp>
      <p:sp>
        <p:nvSpPr>
          <p:cNvPr id="22" name="文本框 21">
            <a:extLst>
              <a:ext uri="{FF2B5EF4-FFF2-40B4-BE49-F238E27FC236}">
                <a16:creationId xmlns:a16="http://schemas.microsoft.com/office/drawing/2014/main" id="{2FED2FE6-871B-32E5-FD7B-16FE32D1691D}"/>
              </a:ext>
            </a:extLst>
          </p:cNvPr>
          <p:cNvSpPr txBox="1"/>
          <p:nvPr/>
        </p:nvSpPr>
        <p:spPr>
          <a:xfrm>
            <a:off x="3693337" y="1852790"/>
            <a:ext cx="1643743" cy="646331"/>
          </a:xfrm>
          <a:prstGeom prst="rect">
            <a:avLst/>
          </a:prstGeom>
          <a:noFill/>
        </p:spPr>
        <p:txBody>
          <a:bodyPr wrap="square" rtlCol="0">
            <a:spAutoFit/>
          </a:bodyPr>
          <a:lstStyle/>
          <a:p>
            <a:r>
              <a:rPr lang="en-US" altLang="zh-CN" dirty="0"/>
              <a:t>Connection based on TCP</a:t>
            </a:r>
            <a:endParaRPr lang="zh-CN" altLang="en-US" dirty="0"/>
          </a:p>
        </p:txBody>
      </p:sp>
    </p:spTree>
    <p:extLst>
      <p:ext uri="{BB962C8B-B14F-4D97-AF65-F5344CB8AC3E}">
        <p14:creationId xmlns:p14="http://schemas.microsoft.com/office/powerpoint/2010/main" val="2254499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30BF0-B55C-D628-750D-50B7D93E0587}"/>
              </a:ext>
            </a:extLst>
          </p:cNvPr>
          <p:cNvSpPr>
            <a:spLocks noGrp="1"/>
          </p:cNvSpPr>
          <p:nvPr>
            <p:ph type="title"/>
          </p:nvPr>
        </p:nvSpPr>
        <p:spPr/>
        <p:txBody>
          <a:bodyPr/>
          <a:lstStyle/>
          <a:p>
            <a:r>
              <a:rPr lang="en-US" altLang="zh-CN" b="0" i="0" dirty="0">
                <a:effectLst/>
                <a:latin typeface="+mn-lt"/>
              </a:rPr>
              <a:t>Commands about services</a:t>
            </a:r>
            <a:endParaRPr lang="zh-Hans-HK" altLang="en-US" dirty="0">
              <a:latin typeface="+mn-lt"/>
            </a:endParaRPr>
          </a:p>
        </p:txBody>
      </p:sp>
      <p:sp>
        <p:nvSpPr>
          <p:cNvPr id="3" name="内容占位符 2">
            <a:extLst>
              <a:ext uri="{FF2B5EF4-FFF2-40B4-BE49-F238E27FC236}">
                <a16:creationId xmlns:a16="http://schemas.microsoft.com/office/drawing/2014/main" id="{D38EA0CF-5F2E-CE36-4D78-DDEDB1FF8A14}"/>
              </a:ext>
            </a:extLst>
          </p:cNvPr>
          <p:cNvSpPr>
            <a:spLocks noGrp="1"/>
          </p:cNvSpPr>
          <p:nvPr>
            <p:ph idx="1"/>
          </p:nvPr>
        </p:nvSpPr>
        <p:spPr>
          <a:xfrm>
            <a:off x="838200" y="1690687"/>
            <a:ext cx="10663989" cy="2056086"/>
          </a:xfrm>
        </p:spPr>
        <p:txBody>
          <a:bodyPr>
            <a:noAutofit/>
          </a:bodyPr>
          <a:lstStyle/>
          <a:p>
            <a:pPr marL="0" indent="0">
              <a:buNone/>
            </a:pPr>
            <a:r>
              <a:rPr lang="en-US" altLang="zh-Hans-HK" sz="2400" b="1" i="0" dirty="0">
                <a:solidFill>
                  <a:srgbClr val="2D3B45"/>
                </a:solidFill>
                <a:effectLst/>
              </a:rPr>
              <a:t>REGISTER</a:t>
            </a:r>
            <a:r>
              <a:rPr lang="en-US" altLang="zh-Hans-HK" sz="2400" b="0" i="0" dirty="0">
                <a:solidFill>
                  <a:srgbClr val="2D3B45"/>
                </a:solidFill>
                <a:effectLst/>
              </a:rPr>
              <a:t> is sent to the server to register </a:t>
            </a:r>
            <a:r>
              <a:rPr lang="en-US" altLang="zh-CN" sz="2400" b="0" i="0" dirty="0">
                <a:solidFill>
                  <a:srgbClr val="2D3B45"/>
                </a:solidFill>
                <a:effectLst/>
              </a:rPr>
              <a:t>IP, port, name and required services</a:t>
            </a:r>
            <a:r>
              <a:rPr lang="en-US" altLang="zh-Hans-HK" sz="2400" b="0" i="0" dirty="0">
                <a:solidFill>
                  <a:srgbClr val="2D3B45"/>
                </a:solidFill>
                <a:effectLst/>
              </a:rPr>
              <a:t>. </a:t>
            </a:r>
            <a:r>
              <a:rPr lang="en-US" altLang="zh-CN" sz="2400" b="0" i="0" dirty="0">
                <a:solidFill>
                  <a:srgbClr val="2D3B45"/>
                </a:solidFill>
                <a:effectLst/>
              </a:rPr>
              <a:t>At least one of file sharing service and chat service should be enabled. </a:t>
            </a:r>
            <a:r>
              <a:rPr lang="en-US" altLang="zh-CN" sz="2400" dirty="0">
                <a:solidFill>
                  <a:srgbClr val="2D3B45"/>
                </a:solidFill>
              </a:rPr>
              <a:t>If enabling file sharing, the client will tell the server what files it has. If enabling chat, the server will send a welcome information to other users in chat by TCP.</a:t>
            </a:r>
            <a:endParaRPr lang="en-US" altLang="zh-CN" sz="2400" b="0" i="0" dirty="0">
              <a:solidFill>
                <a:srgbClr val="2D3B45"/>
              </a:solidFill>
              <a:effectLst/>
            </a:endParaRPr>
          </a:p>
          <a:p>
            <a:pPr marL="0" indent="0">
              <a:buNone/>
            </a:pPr>
            <a:r>
              <a:rPr lang="en-US" altLang="zh-Hans-HK" sz="2400" dirty="0">
                <a:solidFill>
                  <a:srgbClr val="2D3B45"/>
                </a:solidFill>
              </a:rPr>
              <a:t>Require ACK.</a:t>
            </a:r>
            <a:r>
              <a:rPr lang="en-US" altLang="zh-CN" sz="2400" dirty="0">
                <a:solidFill>
                  <a:srgbClr val="2D3B45"/>
                </a:solidFill>
              </a:rPr>
              <a:t> To simplify the implementation and testing, we assume all clients from the same IP 127.0.0.1.</a:t>
            </a:r>
            <a:endParaRPr lang="en-US" altLang="zh-Hans-HK" sz="2400" dirty="0">
              <a:solidFill>
                <a:srgbClr val="2D3B45"/>
              </a:solidFill>
            </a:endParaRPr>
          </a:p>
          <a:p>
            <a:pPr marL="0" indent="0" algn="l">
              <a:buNone/>
            </a:pPr>
            <a:endParaRPr lang="en-US" altLang="zh-Hans-HK" sz="2400" b="0" i="0" dirty="0">
              <a:solidFill>
                <a:srgbClr val="2D3B45"/>
              </a:solidFill>
              <a:effectLst/>
            </a:endParaRPr>
          </a:p>
        </p:txBody>
      </p:sp>
      <p:cxnSp>
        <p:nvCxnSpPr>
          <p:cNvPr id="6" name="直接连接符 5"/>
          <p:cNvCxnSpPr/>
          <p:nvPr/>
        </p:nvCxnSpPr>
        <p:spPr>
          <a:xfrm>
            <a:off x="1277983" y="4150859"/>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838200" y="3780906"/>
            <a:ext cx="914400" cy="369332"/>
          </a:xfrm>
          <a:prstGeom prst="rect">
            <a:avLst/>
          </a:prstGeom>
          <a:noFill/>
        </p:spPr>
        <p:txBody>
          <a:bodyPr wrap="square" rtlCol="0">
            <a:spAutoFit/>
          </a:bodyPr>
          <a:lstStyle/>
          <a:p>
            <a:r>
              <a:rPr lang="en-US" altLang="zh-CN"/>
              <a:t>Client1</a:t>
            </a:r>
            <a:endParaRPr lang="zh-CN" altLang="en-US"/>
          </a:p>
        </p:txBody>
      </p:sp>
      <p:cxnSp>
        <p:nvCxnSpPr>
          <p:cNvPr id="9" name="直接连接符 8"/>
          <p:cNvCxnSpPr/>
          <p:nvPr/>
        </p:nvCxnSpPr>
        <p:spPr>
          <a:xfrm>
            <a:off x="3690270" y="4137249"/>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241778" y="3780906"/>
            <a:ext cx="914400" cy="369332"/>
          </a:xfrm>
          <a:prstGeom prst="rect">
            <a:avLst/>
          </a:prstGeom>
          <a:noFill/>
        </p:spPr>
        <p:txBody>
          <a:bodyPr wrap="square" rtlCol="0">
            <a:spAutoFit/>
          </a:bodyPr>
          <a:lstStyle/>
          <a:p>
            <a:r>
              <a:rPr lang="en-US" altLang="zh-CN"/>
              <a:t>Server</a:t>
            </a:r>
            <a:endParaRPr lang="zh-CN" altLang="en-US"/>
          </a:p>
        </p:txBody>
      </p:sp>
      <p:cxnSp>
        <p:nvCxnSpPr>
          <p:cNvPr id="12" name="直接箭头连接符 11"/>
          <p:cNvCxnSpPr/>
          <p:nvPr/>
        </p:nvCxnSpPr>
        <p:spPr>
          <a:xfrm>
            <a:off x="1295400" y="4303421"/>
            <a:ext cx="2412287" cy="5050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文本框 13"/>
          <p:cNvSpPr txBox="1"/>
          <p:nvPr/>
        </p:nvSpPr>
        <p:spPr>
          <a:xfrm rot="714055">
            <a:off x="2005142" y="4172699"/>
            <a:ext cx="1306285" cy="369332"/>
          </a:xfrm>
          <a:prstGeom prst="rect">
            <a:avLst/>
          </a:prstGeom>
          <a:noFill/>
        </p:spPr>
        <p:txBody>
          <a:bodyPr wrap="square" rtlCol="0">
            <a:spAutoFit/>
          </a:bodyPr>
          <a:lstStyle/>
          <a:p>
            <a:r>
              <a:rPr lang="en-US" altLang="zh-CN"/>
              <a:t>REGISTER</a:t>
            </a:r>
            <a:endParaRPr lang="zh-CN" altLang="en-US"/>
          </a:p>
        </p:txBody>
      </p:sp>
      <p:cxnSp>
        <p:nvCxnSpPr>
          <p:cNvPr id="15" name="直接箭头连接符 14"/>
          <p:cNvCxnSpPr/>
          <p:nvPr/>
        </p:nvCxnSpPr>
        <p:spPr>
          <a:xfrm flipH="1">
            <a:off x="1295400" y="4912328"/>
            <a:ext cx="2403578" cy="6538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文本框 18"/>
          <p:cNvSpPr txBox="1"/>
          <p:nvPr/>
        </p:nvSpPr>
        <p:spPr>
          <a:xfrm rot="20654074">
            <a:off x="2135944" y="4923711"/>
            <a:ext cx="556835" cy="369332"/>
          </a:xfrm>
          <a:prstGeom prst="rect">
            <a:avLst/>
          </a:prstGeom>
          <a:noFill/>
        </p:spPr>
        <p:txBody>
          <a:bodyPr wrap="square" rtlCol="0">
            <a:spAutoFit/>
          </a:bodyPr>
          <a:lstStyle/>
          <a:p>
            <a:r>
              <a:rPr lang="en-US" altLang="zh-CN"/>
              <a:t>ACK</a:t>
            </a:r>
            <a:endParaRPr lang="zh-CN" altLang="en-US"/>
          </a:p>
        </p:txBody>
      </p:sp>
      <p:sp>
        <p:nvSpPr>
          <p:cNvPr id="20" name="矩形 19"/>
          <p:cNvSpPr/>
          <p:nvPr/>
        </p:nvSpPr>
        <p:spPr>
          <a:xfrm>
            <a:off x="4345683" y="3965572"/>
            <a:ext cx="592183"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SEQ</a:t>
            </a:r>
            <a:endParaRPr lang="zh-CN" altLang="en-US"/>
          </a:p>
        </p:txBody>
      </p:sp>
      <p:sp>
        <p:nvSpPr>
          <p:cNvPr id="21" name="矩形 20"/>
          <p:cNvSpPr/>
          <p:nvPr/>
        </p:nvSpPr>
        <p:spPr>
          <a:xfrm>
            <a:off x="4937866" y="3965572"/>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SPACE</a:t>
            </a:r>
            <a:endParaRPr lang="zh-CN" altLang="en-US"/>
          </a:p>
        </p:txBody>
      </p:sp>
      <p:sp>
        <p:nvSpPr>
          <p:cNvPr id="22" name="矩形 21"/>
          <p:cNvSpPr/>
          <p:nvPr/>
        </p:nvSpPr>
        <p:spPr>
          <a:xfrm>
            <a:off x="5730340" y="3965572"/>
            <a:ext cx="1362577"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“REGISTER”</a:t>
            </a:r>
            <a:endParaRPr lang="zh-CN" altLang="en-US"/>
          </a:p>
        </p:txBody>
      </p:sp>
      <p:sp>
        <p:nvSpPr>
          <p:cNvPr id="23" name="矩形 22"/>
          <p:cNvSpPr/>
          <p:nvPr/>
        </p:nvSpPr>
        <p:spPr>
          <a:xfrm>
            <a:off x="7092918" y="3965572"/>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SPACE</a:t>
            </a:r>
            <a:endParaRPr lang="zh-CN" altLang="en-US"/>
          </a:p>
        </p:txBody>
      </p:sp>
      <p:sp>
        <p:nvSpPr>
          <p:cNvPr id="24" name="矩形 23"/>
          <p:cNvSpPr/>
          <p:nvPr/>
        </p:nvSpPr>
        <p:spPr>
          <a:xfrm>
            <a:off x="7885393" y="3965572"/>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IP</a:t>
            </a:r>
            <a:endParaRPr lang="zh-CN" altLang="en-US"/>
          </a:p>
        </p:txBody>
      </p:sp>
      <p:sp>
        <p:nvSpPr>
          <p:cNvPr id="25" name="矩形 24"/>
          <p:cNvSpPr/>
          <p:nvPr/>
        </p:nvSpPr>
        <p:spPr>
          <a:xfrm>
            <a:off x="8673901" y="3965572"/>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Port</a:t>
            </a:r>
            <a:endParaRPr lang="zh-CN" altLang="en-US" dirty="0"/>
          </a:p>
        </p:txBody>
      </p:sp>
      <p:sp>
        <p:nvSpPr>
          <p:cNvPr id="26" name="文本框 25"/>
          <p:cNvSpPr txBox="1"/>
          <p:nvPr/>
        </p:nvSpPr>
        <p:spPr>
          <a:xfrm>
            <a:off x="4511145" y="4427126"/>
            <a:ext cx="243840" cy="369332"/>
          </a:xfrm>
          <a:prstGeom prst="rect">
            <a:avLst/>
          </a:prstGeom>
          <a:noFill/>
        </p:spPr>
        <p:txBody>
          <a:bodyPr wrap="square" rtlCol="0">
            <a:spAutoFit/>
          </a:bodyPr>
          <a:lstStyle/>
          <a:p>
            <a:r>
              <a:rPr lang="en-US" altLang="zh-CN"/>
              <a:t>1</a:t>
            </a:r>
            <a:endParaRPr lang="zh-CN" altLang="en-US"/>
          </a:p>
        </p:txBody>
      </p:sp>
      <p:sp>
        <p:nvSpPr>
          <p:cNvPr id="27" name="文本框 26"/>
          <p:cNvSpPr txBox="1"/>
          <p:nvPr/>
        </p:nvSpPr>
        <p:spPr>
          <a:xfrm>
            <a:off x="5181704" y="4427126"/>
            <a:ext cx="243840" cy="369332"/>
          </a:xfrm>
          <a:prstGeom prst="rect">
            <a:avLst/>
          </a:prstGeom>
          <a:noFill/>
        </p:spPr>
        <p:txBody>
          <a:bodyPr wrap="square" rtlCol="0">
            <a:spAutoFit/>
          </a:bodyPr>
          <a:lstStyle/>
          <a:p>
            <a:r>
              <a:rPr lang="en-US" altLang="zh-CN"/>
              <a:t>1</a:t>
            </a:r>
            <a:endParaRPr lang="zh-CN" altLang="en-US"/>
          </a:p>
        </p:txBody>
      </p:sp>
      <p:sp>
        <p:nvSpPr>
          <p:cNvPr id="28" name="文本框 27"/>
          <p:cNvSpPr txBox="1"/>
          <p:nvPr/>
        </p:nvSpPr>
        <p:spPr>
          <a:xfrm>
            <a:off x="6274310" y="4427126"/>
            <a:ext cx="243840" cy="369332"/>
          </a:xfrm>
          <a:prstGeom prst="rect">
            <a:avLst/>
          </a:prstGeom>
          <a:noFill/>
        </p:spPr>
        <p:txBody>
          <a:bodyPr wrap="square" rtlCol="0">
            <a:spAutoFit/>
          </a:bodyPr>
          <a:lstStyle/>
          <a:p>
            <a:r>
              <a:rPr lang="en-US" altLang="zh-CN"/>
              <a:t>8</a:t>
            </a:r>
            <a:endParaRPr lang="zh-CN" altLang="en-US"/>
          </a:p>
        </p:txBody>
      </p:sp>
      <p:sp>
        <p:nvSpPr>
          <p:cNvPr id="29" name="文本框 28"/>
          <p:cNvSpPr txBox="1"/>
          <p:nvPr/>
        </p:nvSpPr>
        <p:spPr>
          <a:xfrm>
            <a:off x="7337249" y="4427126"/>
            <a:ext cx="243840" cy="369332"/>
          </a:xfrm>
          <a:prstGeom prst="rect">
            <a:avLst/>
          </a:prstGeom>
          <a:noFill/>
        </p:spPr>
        <p:txBody>
          <a:bodyPr wrap="square" rtlCol="0">
            <a:spAutoFit/>
          </a:bodyPr>
          <a:lstStyle/>
          <a:p>
            <a:r>
              <a:rPr lang="en-US" altLang="zh-CN"/>
              <a:t>1</a:t>
            </a:r>
            <a:endParaRPr lang="zh-CN" altLang="en-US"/>
          </a:p>
        </p:txBody>
      </p:sp>
      <p:sp>
        <p:nvSpPr>
          <p:cNvPr id="30" name="文本框 29"/>
          <p:cNvSpPr txBox="1"/>
          <p:nvPr/>
        </p:nvSpPr>
        <p:spPr>
          <a:xfrm>
            <a:off x="8154786" y="4407922"/>
            <a:ext cx="243840" cy="369332"/>
          </a:xfrm>
          <a:prstGeom prst="rect">
            <a:avLst/>
          </a:prstGeom>
          <a:noFill/>
        </p:spPr>
        <p:txBody>
          <a:bodyPr wrap="square" rtlCol="0">
            <a:spAutoFit/>
          </a:bodyPr>
          <a:lstStyle/>
          <a:p>
            <a:r>
              <a:rPr lang="en-US" altLang="zh-CN"/>
              <a:t>4</a:t>
            </a:r>
            <a:endParaRPr lang="zh-CN" altLang="en-US"/>
          </a:p>
        </p:txBody>
      </p:sp>
      <p:sp>
        <p:nvSpPr>
          <p:cNvPr id="31" name="文本框 30"/>
          <p:cNvSpPr txBox="1"/>
          <p:nvPr/>
        </p:nvSpPr>
        <p:spPr>
          <a:xfrm>
            <a:off x="8948218" y="4407922"/>
            <a:ext cx="243840" cy="369332"/>
          </a:xfrm>
          <a:prstGeom prst="rect">
            <a:avLst/>
          </a:prstGeom>
          <a:noFill/>
        </p:spPr>
        <p:txBody>
          <a:bodyPr wrap="square" rtlCol="0">
            <a:spAutoFit/>
          </a:bodyPr>
          <a:lstStyle/>
          <a:p>
            <a:r>
              <a:rPr lang="en-US" altLang="zh-CN" dirty="0"/>
              <a:t>2</a:t>
            </a:r>
            <a:endParaRPr lang="zh-CN" altLang="en-US" dirty="0"/>
          </a:p>
        </p:txBody>
      </p:sp>
      <p:sp>
        <p:nvSpPr>
          <p:cNvPr id="32" name="矩形 31"/>
          <p:cNvSpPr/>
          <p:nvPr/>
        </p:nvSpPr>
        <p:spPr>
          <a:xfrm>
            <a:off x="4345683" y="5476012"/>
            <a:ext cx="592183"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SEQ</a:t>
            </a:r>
            <a:endParaRPr lang="zh-CN" altLang="en-US"/>
          </a:p>
        </p:txBody>
      </p:sp>
      <p:sp>
        <p:nvSpPr>
          <p:cNvPr id="33" name="矩形 32"/>
          <p:cNvSpPr/>
          <p:nvPr/>
        </p:nvSpPr>
        <p:spPr>
          <a:xfrm>
            <a:off x="4937866" y="5476012"/>
            <a:ext cx="1441809"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Return Value</a:t>
            </a:r>
            <a:endParaRPr lang="zh-CN" altLang="en-US" dirty="0"/>
          </a:p>
        </p:txBody>
      </p:sp>
      <p:sp>
        <p:nvSpPr>
          <p:cNvPr id="34" name="矩形 33"/>
          <p:cNvSpPr/>
          <p:nvPr/>
        </p:nvSpPr>
        <p:spPr>
          <a:xfrm>
            <a:off x="6383606" y="5476012"/>
            <a:ext cx="941174"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“ACK”</a:t>
            </a:r>
            <a:endParaRPr lang="zh-CN" altLang="en-US" dirty="0"/>
          </a:p>
        </p:txBody>
      </p:sp>
      <p:sp>
        <p:nvSpPr>
          <p:cNvPr id="35" name="文本框 34"/>
          <p:cNvSpPr txBox="1"/>
          <p:nvPr/>
        </p:nvSpPr>
        <p:spPr>
          <a:xfrm>
            <a:off x="4511787" y="5954540"/>
            <a:ext cx="243840" cy="369332"/>
          </a:xfrm>
          <a:prstGeom prst="rect">
            <a:avLst/>
          </a:prstGeom>
          <a:noFill/>
        </p:spPr>
        <p:txBody>
          <a:bodyPr wrap="square" rtlCol="0">
            <a:spAutoFit/>
          </a:bodyPr>
          <a:lstStyle/>
          <a:p>
            <a:r>
              <a:rPr lang="en-US" altLang="zh-CN"/>
              <a:t>1</a:t>
            </a:r>
            <a:endParaRPr lang="zh-CN" altLang="en-US"/>
          </a:p>
        </p:txBody>
      </p:sp>
      <p:sp>
        <p:nvSpPr>
          <p:cNvPr id="36" name="文本框 35"/>
          <p:cNvSpPr txBox="1"/>
          <p:nvPr/>
        </p:nvSpPr>
        <p:spPr>
          <a:xfrm>
            <a:off x="5412384" y="5937566"/>
            <a:ext cx="243840" cy="369332"/>
          </a:xfrm>
          <a:prstGeom prst="rect">
            <a:avLst/>
          </a:prstGeom>
          <a:noFill/>
        </p:spPr>
        <p:txBody>
          <a:bodyPr wrap="square" rtlCol="0">
            <a:spAutoFit/>
          </a:bodyPr>
          <a:lstStyle/>
          <a:p>
            <a:r>
              <a:rPr lang="en-US" altLang="zh-CN" dirty="0"/>
              <a:t>1</a:t>
            </a:r>
            <a:endParaRPr lang="zh-CN" altLang="en-US" dirty="0"/>
          </a:p>
        </p:txBody>
      </p:sp>
      <p:sp>
        <p:nvSpPr>
          <p:cNvPr id="37" name="文本框 36"/>
          <p:cNvSpPr txBox="1"/>
          <p:nvPr/>
        </p:nvSpPr>
        <p:spPr>
          <a:xfrm>
            <a:off x="6732273" y="5937566"/>
            <a:ext cx="243840" cy="369332"/>
          </a:xfrm>
          <a:prstGeom prst="rect">
            <a:avLst/>
          </a:prstGeom>
          <a:noFill/>
        </p:spPr>
        <p:txBody>
          <a:bodyPr wrap="square" rtlCol="0">
            <a:spAutoFit/>
          </a:bodyPr>
          <a:lstStyle/>
          <a:p>
            <a:r>
              <a:rPr lang="en-US" altLang="zh-CN"/>
              <a:t>3</a:t>
            </a:r>
            <a:endParaRPr lang="zh-CN" altLang="en-US"/>
          </a:p>
        </p:txBody>
      </p:sp>
      <p:sp>
        <p:nvSpPr>
          <p:cNvPr id="4" name="矩形 3">
            <a:extLst>
              <a:ext uri="{FF2B5EF4-FFF2-40B4-BE49-F238E27FC236}">
                <a16:creationId xmlns:a16="http://schemas.microsoft.com/office/drawing/2014/main" id="{E8213E37-EA3B-481E-C48A-CC1E826CF823}"/>
              </a:ext>
            </a:extLst>
          </p:cNvPr>
          <p:cNvSpPr/>
          <p:nvPr/>
        </p:nvSpPr>
        <p:spPr>
          <a:xfrm>
            <a:off x="9462409" y="3965572"/>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Name</a:t>
            </a:r>
            <a:endParaRPr lang="zh-CN" altLang="en-US" dirty="0"/>
          </a:p>
        </p:txBody>
      </p:sp>
      <p:sp>
        <p:nvSpPr>
          <p:cNvPr id="5" name="矩形 4">
            <a:extLst>
              <a:ext uri="{FF2B5EF4-FFF2-40B4-BE49-F238E27FC236}">
                <a16:creationId xmlns:a16="http://schemas.microsoft.com/office/drawing/2014/main" id="{58649973-9D1C-8E24-D33F-C58706633CFD}"/>
              </a:ext>
            </a:extLst>
          </p:cNvPr>
          <p:cNvSpPr/>
          <p:nvPr/>
        </p:nvSpPr>
        <p:spPr>
          <a:xfrm>
            <a:off x="10250917" y="3965572"/>
            <a:ext cx="1619592"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Flag of services</a:t>
            </a:r>
            <a:endParaRPr lang="zh-CN" altLang="en-US" dirty="0"/>
          </a:p>
        </p:txBody>
      </p:sp>
      <p:sp>
        <p:nvSpPr>
          <p:cNvPr id="8" name="文本框 7">
            <a:extLst>
              <a:ext uri="{FF2B5EF4-FFF2-40B4-BE49-F238E27FC236}">
                <a16:creationId xmlns:a16="http://schemas.microsoft.com/office/drawing/2014/main" id="{3A299149-D62F-0F88-F0E8-269852F52081}"/>
              </a:ext>
            </a:extLst>
          </p:cNvPr>
          <p:cNvSpPr txBox="1"/>
          <p:nvPr/>
        </p:nvSpPr>
        <p:spPr>
          <a:xfrm>
            <a:off x="9620996" y="4443580"/>
            <a:ext cx="475299" cy="369332"/>
          </a:xfrm>
          <a:prstGeom prst="rect">
            <a:avLst/>
          </a:prstGeom>
          <a:noFill/>
        </p:spPr>
        <p:txBody>
          <a:bodyPr wrap="square" rtlCol="0">
            <a:spAutoFit/>
          </a:bodyPr>
          <a:lstStyle/>
          <a:p>
            <a:r>
              <a:rPr lang="en-US" altLang="zh-CN" dirty="0"/>
              <a:t>20</a:t>
            </a:r>
            <a:endParaRPr lang="zh-CN" altLang="en-US" dirty="0"/>
          </a:p>
        </p:txBody>
      </p:sp>
      <p:sp>
        <p:nvSpPr>
          <p:cNvPr id="11" name="文本框 10">
            <a:extLst>
              <a:ext uri="{FF2B5EF4-FFF2-40B4-BE49-F238E27FC236}">
                <a16:creationId xmlns:a16="http://schemas.microsoft.com/office/drawing/2014/main" id="{58A479BC-9940-17B0-E955-5F56FDB0A8A9}"/>
              </a:ext>
            </a:extLst>
          </p:cNvPr>
          <p:cNvSpPr txBox="1"/>
          <p:nvPr/>
        </p:nvSpPr>
        <p:spPr>
          <a:xfrm>
            <a:off x="10988239" y="4426327"/>
            <a:ext cx="243840" cy="369332"/>
          </a:xfrm>
          <a:prstGeom prst="rect">
            <a:avLst/>
          </a:prstGeom>
          <a:noFill/>
        </p:spPr>
        <p:txBody>
          <a:bodyPr wrap="square" rtlCol="0">
            <a:spAutoFit/>
          </a:bodyPr>
          <a:lstStyle/>
          <a:p>
            <a:r>
              <a:rPr lang="en-US" altLang="zh-CN" dirty="0"/>
              <a:t>1</a:t>
            </a:r>
            <a:endParaRPr lang="zh-CN" altLang="en-US" dirty="0"/>
          </a:p>
        </p:txBody>
      </p:sp>
    </p:spTree>
    <p:extLst>
      <p:ext uri="{BB962C8B-B14F-4D97-AF65-F5344CB8AC3E}">
        <p14:creationId xmlns:p14="http://schemas.microsoft.com/office/powerpoint/2010/main" val="2317032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30BF0-B55C-D628-750D-50B7D93E0587}"/>
              </a:ext>
            </a:extLst>
          </p:cNvPr>
          <p:cNvSpPr>
            <a:spLocks noGrp="1"/>
          </p:cNvSpPr>
          <p:nvPr>
            <p:ph type="title"/>
          </p:nvPr>
        </p:nvSpPr>
        <p:spPr/>
        <p:txBody>
          <a:bodyPr/>
          <a:lstStyle/>
          <a:p>
            <a:r>
              <a:rPr lang="en-US" altLang="zh-CN" b="0" i="0" dirty="0">
                <a:effectLst/>
                <a:latin typeface="+mn-lt"/>
              </a:rPr>
              <a:t>Commands about services</a:t>
            </a:r>
            <a:endParaRPr lang="zh-Hans-HK" altLang="en-US" dirty="0">
              <a:latin typeface="+mn-lt"/>
            </a:endParaRPr>
          </a:p>
        </p:txBody>
      </p:sp>
      <p:sp>
        <p:nvSpPr>
          <p:cNvPr id="3" name="内容占位符 2">
            <a:extLst>
              <a:ext uri="{FF2B5EF4-FFF2-40B4-BE49-F238E27FC236}">
                <a16:creationId xmlns:a16="http://schemas.microsoft.com/office/drawing/2014/main" id="{D38EA0CF-5F2E-CE36-4D78-DDEDB1FF8A14}"/>
              </a:ext>
            </a:extLst>
          </p:cNvPr>
          <p:cNvSpPr>
            <a:spLocks noGrp="1"/>
          </p:cNvSpPr>
          <p:nvPr>
            <p:ph idx="1"/>
          </p:nvPr>
        </p:nvSpPr>
        <p:spPr>
          <a:xfrm>
            <a:off x="838200" y="1690687"/>
            <a:ext cx="10663989" cy="1846201"/>
          </a:xfrm>
        </p:spPr>
        <p:txBody>
          <a:bodyPr>
            <a:noAutofit/>
          </a:bodyPr>
          <a:lstStyle/>
          <a:p>
            <a:pPr marL="0" indent="0">
              <a:buNone/>
            </a:pPr>
            <a:r>
              <a:rPr lang="en-US" altLang="zh-Hans-HK" sz="2400" b="1" i="0" dirty="0">
                <a:solidFill>
                  <a:srgbClr val="2D3B45"/>
                </a:solidFill>
                <a:effectLst/>
              </a:rPr>
              <a:t>UPDATE</a:t>
            </a:r>
            <a:r>
              <a:rPr lang="en-US" altLang="zh-Hans-HK" sz="2400" b="0" i="0" dirty="0">
                <a:solidFill>
                  <a:srgbClr val="2D3B45"/>
                </a:solidFill>
                <a:effectLst/>
              </a:rPr>
              <a:t> is sent to the server to update</a:t>
            </a:r>
            <a:r>
              <a:rPr lang="en-US" altLang="zh-CN" sz="2400" b="0" i="0" dirty="0">
                <a:solidFill>
                  <a:srgbClr val="2D3B45"/>
                </a:solidFill>
                <a:effectLst/>
              </a:rPr>
              <a:t> the required services. At least one of file sharing service and chat service should be enabled.</a:t>
            </a:r>
            <a:r>
              <a:rPr lang="en-US" altLang="zh-Hans-HK" sz="2400" b="0" i="0" dirty="0">
                <a:solidFill>
                  <a:srgbClr val="2D3B45"/>
                </a:solidFill>
                <a:effectLst/>
              </a:rPr>
              <a:t> </a:t>
            </a:r>
            <a:r>
              <a:rPr lang="en-US" altLang="zh-CN" sz="2400" dirty="0">
                <a:solidFill>
                  <a:srgbClr val="2D3B45"/>
                </a:solidFill>
              </a:rPr>
              <a:t>If enabling file sharing, the client will tell the server what files it has. If enabling or disabling chat, the server will send a welcome or goodbye information to other users in chat by TCP.</a:t>
            </a:r>
          </a:p>
          <a:p>
            <a:pPr marL="0" indent="0">
              <a:buNone/>
            </a:pPr>
            <a:r>
              <a:rPr lang="en-US" altLang="zh-Hans-HK" sz="2400" dirty="0">
                <a:solidFill>
                  <a:srgbClr val="2D3B45"/>
                </a:solidFill>
              </a:rPr>
              <a:t>Require ACK.</a:t>
            </a:r>
            <a:endParaRPr lang="en-US" altLang="zh-Hans-HK" sz="2400" b="0" i="0" dirty="0">
              <a:solidFill>
                <a:srgbClr val="2D3B45"/>
              </a:solidFill>
              <a:effectLst/>
            </a:endParaRPr>
          </a:p>
        </p:txBody>
      </p:sp>
      <p:cxnSp>
        <p:nvCxnSpPr>
          <p:cNvPr id="6" name="直接连接符 5"/>
          <p:cNvCxnSpPr/>
          <p:nvPr/>
        </p:nvCxnSpPr>
        <p:spPr>
          <a:xfrm>
            <a:off x="1277983" y="3906841"/>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838200" y="3536888"/>
            <a:ext cx="914400" cy="369332"/>
          </a:xfrm>
          <a:prstGeom prst="rect">
            <a:avLst/>
          </a:prstGeom>
          <a:noFill/>
        </p:spPr>
        <p:txBody>
          <a:bodyPr wrap="square" rtlCol="0">
            <a:spAutoFit/>
          </a:bodyPr>
          <a:lstStyle/>
          <a:p>
            <a:r>
              <a:rPr lang="en-US" altLang="zh-CN"/>
              <a:t>Client1</a:t>
            </a:r>
            <a:endParaRPr lang="zh-CN" altLang="en-US"/>
          </a:p>
        </p:txBody>
      </p:sp>
      <p:cxnSp>
        <p:nvCxnSpPr>
          <p:cNvPr id="9" name="直接连接符 8"/>
          <p:cNvCxnSpPr/>
          <p:nvPr/>
        </p:nvCxnSpPr>
        <p:spPr>
          <a:xfrm>
            <a:off x="3690270" y="3893231"/>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241778" y="3536888"/>
            <a:ext cx="914400" cy="369332"/>
          </a:xfrm>
          <a:prstGeom prst="rect">
            <a:avLst/>
          </a:prstGeom>
          <a:noFill/>
        </p:spPr>
        <p:txBody>
          <a:bodyPr wrap="square" rtlCol="0">
            <a:spAutoFit/>
          </a:bodyPr>
          <a:lstStyle/>
          <a:p>
            <a:r>
              <a:rPr lang="en-US" altLang="zh-CN"/>
              <a:t>Server</a:t>
            </a:r>
            <a:endParaRPr lang="zh-CN" altLang="en-US"/>
          </a:p>
        </p:txBody>
      </p:sp>
      <p:cxnSp>
        <p:nvCxnSpPr>
          <p:cNvPr id="12" name="直接箭头连接符 11"/>
          <p:cNvCxnSpPr/>
          <p:nvPr/>
        </p:nvCxnSpPr>
        <p:spPr>
          <a:xfrm>
            <a:off x="1295400" y="4059403"/>
            <a:ext cx="2412287" cy="5050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文本框 13"/>
          <p:cNvSpPr txBox="1"/>
          <p:nvPr/>
        </p:nvSpPr>
        <p:spPr>
          <a:xfrm rot="714055">
            <a:off x="2005142" y="3928681"/>
            <a:ext cx="1306285" cy="369332"/>
          </a:xfrm>
          <a:prstGeom prst="rect">
            <a:avLst/>
          </a:prstGeom>
          <a:noFill/>
        </p:spPr>
        <p:txBody>
          <a:bodyPr wrap="square" rtlCol="0">
            <a:spAutoFit/>
          </a:bodyPr>
          <a:lstStyle/>
          <a:p>
            <a:r>
              <a:rPr lang="en-US" altLang="zh-CN"/>
              <a:t>UPDATE</a:t>
            </a:r>
            <a:endParaRPr lang="zh-CN" altLang="en-US"/>
          </a:p>
        </p:txBody>
      </p:sp>
      <p:cxnSp>
        <p:nvCxnSpPr>
          <p:cNvPr id="15" name="直接箭头连接符 14"/>
          <p:cNvCxnSpPr/>
          <p:nvPr/>
        </p:nvCxnSpPr>
        <p:spPr>
          <a:xfrm flipH="1">
            <a:off x="1295400" y="4668310"/>
            <a:ext cx="2403578" cy="6538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文本框 18"/>
          <p:cNvSpPr txBox="1"/>
          <p:nvPr/>
        </p:nvSpPr>
        <p:spPr>
          <a:xfrm rot="20654074">
            <a:off x="2135944" y="4679693"/>
            <a:ext cx="556835" cy="369332"/>
          </a:xfrm>
          <a:prstGeom prst="rect">
            <a:avLst/>
          </a:prstGeom>
          <a:noFill/>
        </p:spPr>
        <p:txBody>
          <a:bodyPr wrap="square" rtlCol="0">
            <a:spAutoFit/>
          </a:bodyPr>
          <a:lstStyle/>
          <a:p>
            <a:r>
              <a:rPr lang="en-US" altLang="zh-CN"/>
              <a:t>ACK</a:t>
            </a:r>
            <a:endParaRPr lang="zh-CN" altLang="en-US"/>
          </a:p>
        </p:txBody>
      </p:sp>
      <p:sp>
        <p:nvSpPr>
          <p:cNvPr id="20" name="矩形 19"/>
          <p:cNvSpPr/>
          <p:nvPr/>
        </p:nvSpPr>
        <p:spPr>
          <a:xfrm>
            <a:off x="4394028" y="3786067"/>
            <a:ext cx="592183"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SEQ</a:t>
            </a:r>
            <a:endParaRPr lang="zh-CN" altLang="en-US"/>
          </a:p>
        </p:txBody>
      </p:sp>
      <p:sp>
        <p:nvSpPr>
          <p:cNvPr id="21" name="矩形 20"/>
          <p:cNvSpPr/>
          <p:nvPr/>
        </p:nvSpPr>
        <p:spPr>
          <a:xfrm>
            <a:off x="4986211" y="3786067"/>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SPACE</a:t>
            </a:r>
            <a:endParaRPr lang="zh-CN" altLang="en-US"/>
          </a:p>
        </p:txBody>
      </p:sp>
      <p:sp>
        <p:nvSpPr>
          <p:cNvPr id="22" name="矩形 21"/>
          <p:cNvSpPr/>
          <p:nvPr/>
        </p:nvSpPr>
        <p:spPr>
          <a:xfrm>
            <a:off x="5778685" y="3786067"/>
            <a:ext cx="1362577"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“UPDATE”</a:t>
            </a:r>
            <a:endParaRPr lang="zh-CN" altLang="en-US"/>
          </a:p>
        </p:txBody>
      </p:sp>
      <p:sp>
        <p:nvSpPr>
          <p:cNvPr id="23" name="矩形 22"/>
          <p:cNvSpPr/>
          <p:nvPr/>
        </p:nvSpPr>
        <p:spPr>
          <a:xfrm>
            <a:off x="7141263" y="3786067"/>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SPACE</a:t>
            </a:r>
            <a:endParaRPr lang="zh-CN" altLang="en-US"/>
          </a:p>
        </p:txBody>
      </p:sp>
      <p:sp>
        <p:nvSpPr>
          <p:cNvPr id="24" name="矩形 23"/>
          <p:cNvSpPr/>
          <p:nvPr/>
        </p:nvSpPr>
        <p:spPr>
          <a:xfrm>
            <a:off x="7933738" y="3786067"/>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IP</a:t>
            </a:r>
            <a:endParaRPr lang="zh-CN" altLang="en-US"/>
          </a:p>
        </p:txBody>
      </p:sp>
      <p:sp>
        <p:nvSpPr>
          <p:cNvPr id="25" name="矩形 24"/>
          <p:cNvSpPr/>
          <p:nvPr/>
        </p:nvSpPr>
        <p:spPr>
          <a:xfrm>
            <a:off x="8722246" y="3786067"/>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Port</a:t>
            </a:r>
            <a:endParaRPr lang="zh-CN" altLang="en-US"/>
          </a:p>
        </p:txBody>
      </p:sp>
      <p:sp>
        <p:nvSpPr>
          <p:cNvPr id="26" name="文本框 25"/>
          <p:cNvSpPr txBox="1"/>
          <p:nvPr/>
        </p:nvSpPr>
        <p:spPr>
          <a:xfrm>
            <a:off x="4559490" y="4247621"/>
            <a:ext cx="243840" cy="369332"/>
          </a:xfrm>
          <a:prstGeom prst="rect">
            <a:avLst/>
          </a:prstGeom>
          <a:noFill/>
        </p:spPr>
        <p:txBody>
          <a:bodyPr wrap="square" rtlCol="0">
            <a:spAutoFit/>
          </a:bodyPr>
          <a:lstStyle/>
          <a:p>
            <a:r>
              <a:rPr lang="en-US" altLang="zh-CN"/>
              <a:t>1</a:t>
            </a:r>
            <a:endParaRPr lang="zh-CN" altLang="en-US"/>
          </a:p>
        </p:txBody>
      </p:sp>
      <p:sp>
        <p:nvSpPr>
          <p:cNvPr id="27" name="文本框 26"/>
          <p:cNvSpPr txBox="1"/>
          <p:nvPr/>
        </p:nvSpPr>
        <p:spPr>
          <a:xfrm>
            <a:off x="5230049" y="4247621"/>
            <a:ext cx="243840" cy="369332"/>
          </a:xfrm>
          <a:prstGeom prst="rect">
            <a:avLst/>
          </a:prstGeom>
          <a:noFill/>
        </p:spPr>
        <p:txBody>
          <a:bodyPr wrap="square" rtlCol="0">
            <a:spAutoFit/>
          </a:bodyPr>
          <a:lstStyle/>
          <a:p>
            <a:r>
              <a:rPr lang="en-US" altLang="zh-CN"/>
              <a:t>1</a:t>
            </a:r>
            <a:endParaRPr lang="zh-CN" altLang="en-US"/>
          </a:p>
        </p:txBody>
      </p:sp>
      <p:sp>
        <p:nvSpPr>
          <p:cNvPr id="28" name="文本框 27"/>
          <p:cNvSpPr txBox="1"/>
          <p:nvPr/>
        </p:nvSpPr>
        <p:spPr>
          <a:xfrm>
            <a:off x="6322655" y="4247621"/>
            <a:ext cx="243840" cy="369332"/>
          </a:xfrm>
          <a:prstGeom prst="rect">
            <a:avLst/>
          </a:prstGeom>
          <a:noFill/>
        </p:spPr>
        <p:txBody>
          <a:bodyPr wrap="square" rtlCol="0">
            <a:spAutoFit/>
          </a:bodyPr>
          <a:lstStyle/>
          <a:p>
            <a:r>
              <a:rPr lang="en-US" altLang="zh-CN"/>
              <a:t>6</a:t>
            </a:r>
            <a:endParaRPr lang="zh-CN" altLang="en-US"/>
          </a:p>
        </p:txBody>
      </p:sp>
      <p:sp>
        <p:nvSpPr>
          <p:cNvPr id="29" name="文本框 28"/>
          <p:cNvSpPr txBox="1"/>
          <p:nvPr/>
        </p:nvSpPr>
        <p:spPr>
          <a:xfrm>
            <a:off x="7385594" y="4247621"/>
            <a:ext cx="243840" cy="369332"/>
          </a:xfrm>
          <a:prstGeom prst="rect">
            <a:avLst/>
          </a:prstGeom>
          <a:noFill/>
        </p:spPr>
        <p:txBody>
          <a:bodyPr wrap="square" rtlCol="0">
            <a:spAutoFit/>
          </a:bodyPr>
          <a:lstStyle/>
          <a:p>
            <a:r>
              <a:rPr lang="en-US" altLang="zh-CN"/>
              <a:t>1</a:t>
            </a:r>
            <a:endParaRPr lang="zh-CN" altLang="en-US"/>
          </a:p>
        </p:txBody>
      </p:sp>
      <p:sp>
        <p:nvSpPr>
          <p:cNvPr id="30" name="文本框 29"/>
          <p:cNvSpPr txBox="1"/>
          <p:nvPr/>
        </p:nvSpPr>
        <p:spPr>
          <a:xfrm>
            <a:off x="8203131" y="4228417"/>
            <a:ext cx="243840" cy="369332"/>
          </a:xfrm>
          <a:prstGeom prst="rect">
            <a:avLst/>
          </a:prstGeom>
          <a:noFill/>
        </p:spPr>
        <p:txBody>
          <a:bodyPr wrap="square" rtlCol="0">
            <a:spAutoFit/>
          </a:bodyPr>
          <a:lstStyle/>
          <a:p>
            <a:r>
              <a:rPr lang="en-US" altLang="zh-CN"/>
              <a:t>4</a:t>
            </a:r>
            <a:endParaRPr lang="zh-CN" altLang="en-US"/>
          </a:p>
        </p:txBody>
      </p:sp>
      <p:sp>
        <p:nvSpPr>
          <p:cNvPr id="31" name="文本框 30"/>
          <p:cNvSpPr txBox="1"/>
          <p:nvPr/>
        </p:nvSpPr>
        <p:spPr>
          <a:xfrm>
            <a:off x="8996563" y="4228417"/>
            <a:ext cx="243840" cy="369332"/>
          </a:xfrm>
          <a:prstGeom prst="rect">
            <a:avLst/>
          </a:prstGeom>
          <a:noFill/>
        </p:spPr>
        <p:txBody>
          <a:bodyPr wrap="square" rtlCol="0">
            <a:spAutoFit/>
          </a:bodyPr>
          <a:lstStyle/>
          <a:p>
            <a:r>
              <a:rPr lang="en-US" altLang="zh-CN"/>
              <a:t>2</a:t>
            </a:r>
            <a:endParaRPr lang="zh-CN" altLang="en-US"/>
          </a:p>
        </p:txBody>
      </p:sp>
      <p:sp>
        <p:nvSpPr>
          <p:cNvPr id="32" name="矩形 31"/>
          <p:cNvSpPr/>
          <p:nvPr/>
        </p:nvSpPr>
        <p:spPr>
          <a:xfrm>
            <a:off x="4393386" y="5198567"/>
            <a:ext cx="592183"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SEQ</a:t>
            </a:r>
            <a:endParaRPr lang="zh-CN" altLang="en-US"/>
          </a:p>
        </p:txBody>
      </p:sp>
      <p:sp>
        <p:nvSpPr>
          <p:cNvPr id="33" name="矩形 32"/>
          <p:cNvSpPr/>
          <p:nvPr/>
        </p:nvSpPr>
        <p:spPr>
          <a:xfrm>
            <a:off x="4985569" y="5198567"/>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SPACE</a:t>
            </a:r>
            <a:endParaRPr lang="zh-CN" altLang="en-US"/>
          </a:p>
        </p:txBody>
      </p:sp>
      <p:sp>
        <p:nvSpPr>
          <p:cNvPr id="34" name="矩形 33"/>
          <p:cNvSpPr/>
          <p:nvPr/>
        </p:nvSpPr>
        <p:spPr>
          <a:xfrm>
            <a:off x="5778044" y="5198567"/>
            <a:ext cx="941174"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“ACK”</a:t>
            </a:r>
            <a:endParaRPr lang="zh-CN" altLang="en-US"/>
          </a:p>
        </p:txBody>
      </p:sp>
      <p:sp>
        <p:nvSpPr>
          <p:cNvPr id="35" name="文本框 34"/>
          <p:cNvSpPr txBox="1"/>
          <p:nvPr/>
        </p:nvSpPr>
        <p:spPr>
          <a:xfrm>
            <a:off x="4559490" y="5677095"/>
            <a:ext cx="243840" cy="369332"/>
          </a:xfrm>
          <a:prstGeom prst="rect">
            <a:avLst/>
          </a:prstGeom>
          <a:noFill/>
        </p:spPr>
        <p:txBody>
          <a:bodyPr wrap="square" rtlCol="0">
            <a:spAutoFit/>
          </a:bodyPr>
          <a:lstStyle/>
          <a:p>
            <a:r>
              <a:rPr lang="en-US" altLang="zh-CN"/>
              <a:t>1</a:t>
            </a:r>
            <a:endParaRPr lang="zh-CN" altLang="en-US"/>
          </a:p>
        </p:txBody>
      </p:sp>
      <p:sp>
        <p:nvSpPr>
          <p:cNvPr id="36" name="文本框 35"/>
          <p:cNvSpPr txBox="1"/>
          <p:nvPr/>
        </p:nvSpPr>
        <p:spPr>
          <a:xfrm>
            <a:off x="5230049" y="5677095"/>
            <a:ext cx="243840" cy="369332"/>
          </a:xfrm>
          <a:prstGeom prst="rect">
            <a:avLst/>
          </a:prstGeom>
          <a:noFill/>
        </p:spPr>
        <p:txBody>
          <a:bodyPr wrap="square" rtlCol="0">
            <a:spAutoFit/>
          </a:bodyPr>
          <a:lstStyle/>
          <a:p>
            <a:r>
              <a:rPr lang="en-US" altLang="zh-CN"/>
              <a:t>1</a:t>
            </a:r>
            <a:endParaRPr lang="zh-CN" altLang="en-US"/>
          </a:p>
        </p:txBody>
      </p:sp>
      <p:sp>
        <p:nvSpPr>
          <p:cNvPr id="37" name="文本框 36"/>
          <p:cNvSpPr txBox="1"/>
          <p:nvPr/>
        </p:nvSpPr>
        <p:spPr>
          <a:xfrm>
            <a:off x="6126711" y="5660121"/>
            <a:ext cx="243840" cy="369332"/>
          </a:xfrm>
          <a:prstGeom prst="rect">
            <a:avLst/>
          </a:prstGeom>
          <a:noFill/>
        </p:spPr>
        <p:txBody>
          <a:bodyPr wrap="square" rtlCol="0">
            <a:spAutoFit/>
          </a:bodyPr>
          <a:lstStyle/>
          <a:p>
            <a:r>
              <a:rPr lang="en-US" altLang="zh-CN"/>
              <a:t>3</a:t>
            </a:r>
            <a:endParaRPr lang="zh-CN" altLang="en-US"/>
          </a:p>
        </p:txBody>
      </p:sp>
      <p:sp>
        <p:nvSpPr>
          <p:cNvPr id="38" name="矩形 37"/>
          <p:cNvSpPr/>
          <p:nvPr/>
        </p:nvSpPr>
        <p:spPr>
          <a:xfrm>
            <a:off x="9518688" y="3790909"/>
            <a:ext cx="849421"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bitmap</a:t>
            </a:r>
            <a:endParaRPr lang="zh-CN" altLang="en-US"/>
          </a:p>
        </p:txBody>
      </p:sp>
      <p:sp>
        <p:nvSpPr>
          <p:cNvPr id="39" name="文本框 38"/>
          <p:cNvSpPr txBox="1"/>
          <p:nvPr/>
        </p:nvSpPr>
        <p:spPr>
          <a:xfrm>
            <a:off x="9808583" y="4230924"/>
            <a:ext cx="243840" cy="369332"/>
          </a:xfrm>
          <a:prstGeom prst="rect">
            <a:avLst/>
          </a:prstGeom>
          <a:noFill/>
        </p:spPr>
        <p:txBody>
          <a:bodyPr wrap="square" rtlCol="0">
            <a:spAutoFit/>
          </a:bodyPr>
          <a:lstStyle/>
          <a:p>
            <a:r>
              <a:rPr lang="en-US" altLang="zh-CN"/>
              <a:t>4</a:t>
            </a:r>
            <a:endParaRPr lang="zh-CN" altLang="en-US"/>
          </a:p>
        </p:txBody>
      </p:sp>
      <p:sp>
        <p:nvSpPr>
          <p:cNvPr id="4" name="矩形 3">
            <a:extLst>
              <a:ext uri="{FF2B5EF4-FFF2-40B4-BE49-F238E27FC236}">
                <a16:creationId xmlns:a16="http://schemas.microsoft.com/office/drawing/2014/main" id="{1CA13CCB-BD69-20F9-41C9-476936EE4111}"/>
              </a:ext>
            </a:extLst>
          </p:cNvPr>
          <p:cNvSpPr/>
          <p:nvPr/>
        </p:nvSpPr>
        <p:spPr>
          <a:xfrm>
            <a:off x="10368109" y="3786067"/>
            <a:ext cx="1619592"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Flag of services</a:t>
            </a:r>
            <a:endParaRPr lang="zh-CN" altLang="en-US" dirty="0"/>
          </a:p>
        </p:txBody>
      </p:sp>
      <p:sp>
        <p:nvSpPr>
          <p:cNvPr id="5" name="文本框 4">
            <a:extLst>
              <a:ext uri="{FF2B5EF4-FFF2-40B4-BE49-F238E27FC236}">
                <a16:creationId xmlns:a16="http://schemas.microsoft.com/office/drawing/2014/main" id="{8CF7E507-B98D-84C6-3549-9403863FE678}"/>
              </a:ext>
            </a:extLst>
          </p:cNvPr>
          <p:cNvSpPr txBox="1"/>
          <p:nvPr/>
        </p:nvSpPr>
        <p:spPr>
          <a:xfrm>
            <a:off x="11105431" y="4246822"/>
            <a:ext cx="243840" cy="369332"/>
          </a:xfrm>
          <a:prstGeom prst="rect">
            <a:avLst/>
          </a:prstGeom>
          <a:noFill/>
        </p:spPr>
        <p:txBody>
          <a:bodyPr wrap="square" rtlCol="0">
            <a:spAutoFit/>
          </a:bodyPr>
          <a:lstStyle/>
          <a:p>
            <a:r>
              <a:rPr lang="en-US" altLang="zh-CN" dirty="0"/>
              <a:t>1</a:t>
            </a:r>
            <a:endParaRPr lang="zh-CN" altLang="en-US" dirty="0"/>
          </a:p>
        </p:txBody>
      </p:sp>
    </p:spTree>
    <p:extLst>
      <p:ext uri="{BB962C8B-B14F-4D97-AF65-F5344CB8AC3E}">
        <p14:creationId xmlns:p14="http://schemas.microsoft.com/office/powerpoint/2010/main" val="2152236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30BF0-B55C-D628-750D-50B7D93E0587}"/>
              </a:ext>
            </a:extLst>
          </p:cNvPr>
          <p:cNvSpPr>
            <a:spLocks noGrp="1"/>
          </p:cNvSpPr>
          <p:nvPr>
            <p:ph type="title"/>
          </p:nvPr>
        </p:nvSpPr>
        <p:spPr/>
        <p:txBody>
          <a:bodyPr/>
          <a:lstStyle/>
          <a:p>
            <a:r>
              <a:rPr lang="en-US" altLang="zh-CN" b="0" i="0" dirty="0">
                <a:effectLst/>
                <a:latin typeface="+mn-lt"/>
              </a:rPr>
              <a:t>Commands about file sharing</a:t>
            </a:r>
            <a:endParaRPr lang="zh-Hans-HK" altLang="en-US" dirty="0">
              <a:latin typeface="+mn-lt"/>
            </a:endParaRPr>
          </a:p>
        </p:txBody>
      </p:sp>
      <p:sp>
        <p:nvSpPr>
          <p:cNvPr id="3" name="内容占位符 2">
            <a:extLst>
              <a:ext uri="{FF2B5EF4-FFF2-40B4-BE49-F238E27FC236}">
                <a16:creationId xmlns:a16="http://schemas.microsoft.com/office/drawing/2014/main" id="{D38EA0CF-5F2E-CE36-4D78-DDEDB1FF8A14}"/>
              </a:ext>
            </a:extLst>
          </p:cNvPr>
          <p:cNvSpPr>
            <a:spLocks noGrp="1"/>
          </p:cNvSpPr>
          <p:nvPr>
            <p:ph idx="1"/>
          </p:nvPr>
        </p:nvSpPr>
        <p:spPr>
          <a:xfrm>
            <a:off x="838200" y="1690687"/>
            <a:ext cx="10663989" cy="1627091"/>
          </a:xfrm>
        </p:spPr>
        <p:txBody>
          <a:bodyPr>
            <a:noAutofit/>
          </a:bodyPr>
          <a:lstStyle/>
          <a:p>
            <a:pPr marL="0" indent="0" algn="l">
              <a:buNone/>
            </a:pPr>
            <a:r>
              <a:rPr lang="en-US" altLang="zh-Hans-HK" sz="2400" b="1" i="0" dirty="0">
                <a:solidFill>
                  <a:srgbClr val="2D3B45"/>
                </a:solidFill>
                <a:effectLst/>
              </a:rPr>
              <a:t>QUERY</a:t>
            </a:r>
            <a:r>
              <a:rPr lang="en-US" altLang="zh-Hans-HK" sz="2400" b="0" i="0" dirty="0">
                <a:solidFill>
                  <a:srgbClr val="2D3B45"/>
                </a:solidFill>
                <a:effectLst/>
              </a:rPr>
              <a:t> is sent to the server to query the accessible p2p clients for a file.</a:t>
            </a:r>
          </a:p>
          <a:p>
            <a:pPr marL="0" indent="0">
              <a:buNone/>
            </a:pPr>
            <a:r>
              <a:rPr lang="en-US" altLang="zh-Hans-HK" sz="2400" b="1" dirty="0">
                <a:solidFill>
                  <a:srgbClr val="2D3B45"/>
                </a:solidFill>
              </a:rPr>
              <a:t>RESPONSE</a:t>
            </a:r>
            <a:r>
              <a:rPr lang="en-US" altLang="zh-Hans-HK" sz="2400" dirty="0">
                <a:solidFill>
                  <a:srgbClr val="2D3B45"/>
                </a:solidFill>
              </a:rPr>
              <a:t> is sent to the client to provide available </a:t>
            </a:r>
            <a:r>
              <a:rPr lang="en-US" altLang="zh-CN" sz="2400" dirty="0">
                <a:solidFill>
                  <a:srgbClr val="2D3B45"/>
                </a:solidFill>
              </a:rPr>
              <a:t>IP</a:t>
            </a:r>
            <a:r>
              <a:rPr lang="en-US" altLang="zh-Hans-HK" sz="2400" dirty="0">
                <a:solidFill>
                  <a:srgbClr val="2D3B45"/>
                </a:solidFill>
              </a:rPr>
              <a:t> and port.</a:t>
            </a:r>
          </a:p>
          <a:p>
            <a:pPr marL="0" indent="0">
              <a:buNone/>
            </a:pPr>
            <a:r>
              <a:rPr lang="en-US" altLang="zh-Hans-HK" sz="2400" b="1" dirty="0">
                <a:solidFill>
                  <a:srgbClr val="2D3B45"/>
                </a:solidFill>
              </a:rPr>
              <a:t>FINISH</a:t>
            </a:r>
            <a:r>
              <a:rPr lang="en-US" altLang="zh-Hans-HK" sz="2400" dirty="0">
                <a:solidFill>
                  <a:srgbClr val="2D3B45"/>
                </a:solidFill>
              </a:rPr>
              <a:t> is sent to the client to indicate all </a:t>
            </a:r>
            <a:r>
              <a:rPr lang="en-US" altLang="zh-CN" sz="2400" dirty="0">
                <a:solidFill>
                  <a:srgbClr val="2D3B45"/>
                </a:solidFill>
              </a:rPr>
              <a:t>IP</a:t>
            </a:r>
            <a:r>
              <a:rPr lang="en-US" altLang="zh-Hans-HK" sz="2400" dirty="0">
                <a:solidFill>
                  <a:srgbClr val="2D3B45"/>
                </a:solidFill>
              </a:rPr>
              <a:t> and port are returned.</a:t>
            </a:r>
          </a:p>
        </p:txBody>
      </p:sp>
      <p:cxnSp>
        <p:nvCxnSpPr>
          <p:cNvPr id="6" name="直接连接符 5"/>
          <p:cNvCxnSpPr/>
          <p:nvPr/>
        </p:nvCxnSpPr>
        <p:spPr>
          <a:xfrm>
            <a:off x="1277984" y="3395911"/>
            <a:ext cx="8707" cy="335493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838200" y="3025958"/>
            <a:ext cx="914400" cy="369332"/>
          </a:xfrm>
          <a:prstGeom prst="rect">
            <a:avLst/>
          </a:prstGeom>
          <a:noFill/>
        </p:spPr>
        <p:txBody>
          <a:bodyPr wrap="square" rtlCol="0">
            <a:spAutoFit/>
          </a:bodyPr>
          <a:lstStyle/>
          <a:p>
            <a:r>
              <a:rPr lang="en-US" altLang="zh-CN"/>
              <a:t>Client1</a:t>
            </a:r>
            <a:endParaRPr lang="zh-CN" altLang="en-US"/>
          </a:p>
        </p:txBody>
      </p:sp>
      <p:cxnSp>
        <p:nvCxnSpPr>
          <p:cNvPr id="9" name="直接连接符 8"/>
          <p:cNvCxnSpPr/>
          <p:nvPr/>
        </p:nvCxnSpPr>
        <p:spPr>
          <a:xfrm>
            <a:off x="3690270" y="3382301"/>
            <a:ext cx="41687" cy="336854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241778" y="3025958"/>
            <a:ext cx="914400" cy="369332"/>
          </a:xfrm>
          <a:prstGeom prst="rect">
            <a:avLst/>
          </a:prstGeom>
          <a:noFill/>
        </p:spPr>
        <p:txBody>
          <a:bodyPr wrap="square" rtlCol="0">
            <a:spAutoFit/>
          </a:bodyPr>
          <a:lstStyle/>
          <a:p>
            <a:r>
              <a:rPr lang="en-US" altLang="zh-CN"/>
              <a:t>Server</a:t>
            </a:r>
            <a:endParaRPr lang="zh-CN" altLang="en-US"/>
          </a:p>
        </p:txBody>
      </p:sp>
      <p:cxnSp>
        <p:nvCxnSpPr>
          <p:cNvPr id="12" name="直接箭头连接符 11"/>
          <p:cNvCxnSpPr/>
          <p:nvPr/>
        </p:nvCxnSpPr>
        <p:spPr>
          <a:xfrm>
            <a:off x="1295400" y="3548473"/>
            <a:ext cx="2412287" cy="5050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文本框 13"/>
          <p:cNvSpPr txBox="1"/>
          <p:nvPr/>
        </p:nvSpPr>
        <p:spPr>
          <a:xfrm rot="714055">
            <a:off x="2005142" y="3417751"/>
            <a:ext cx="1306285" cy="369332"/>
          </a:xfrm>
          <a:prstGeom prst="rect">
            <a:avLst/>
          </a:prstGeom>
          <a:noFill/>
        </p:spPr>
        <p:txBody>
          <a:bodyPr wrap="square" rtlCol="0">
            <a:spAutoFit/>
          </a:bodyPr>
          <a:lstStyle/>
          <a:p>
            <a:r>
              <a:rPr lang="en-US" altLang="zh-CN"/>
              <a:t>QUERY</a:t>
            </a:r>
            <a:endParaRPr lang="zh-CN" altLang="en-US"/>
          </a:p>
        </p:txBody>
      </p:sp>
      <p:cxnSp>
        <p:nvCxnSpPr>
          <p:cNvPr id="15" name="直接箭头连接符 14"/>
          <p:cNvCxnSpPr/>
          <p:nvPr/>
        </p:nvCxnSpPr>
        <p:spPr>
          <a:xfrm flipH="1">
            <a:off x="1295400" y="4157380"/>
            <a:ext cx="2403578" cy="6538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文本框 18"/>
          <p:cNvSpPr txBox="1"/>
          <p:nvPr/>
        </p:nvSpPr>
        <p:spPr>
          <a:xfrm rot="20654074">
            <a:off x="2135944" y="4168763"/>
            <a:ext cx="556835" cy="369332"/>
          </a:xfrm>
          <a:prstGeom prst="rect">
            <a:avLst/>
          </a:prstGeom>
          <a:noFill/>
        </p:spPr>
        <p:txBody>
          <a:bodyPr wrap="square" rtlCol="0">
            <a:spAutoFit/>
          </a:bodyPr>
          <a:lstStyle/>
          <a:p>
            <a:r>
              <a:rPr lang="en-US" altLang="zh-CN"/>
              <a:t>ACK</a:t>
            </a:r>
            <a:endParaRPr lang="zh-CN" altLang="en-US"/>
          </a:p>
        </p:txBody>
      </p:sp>
      <p:sp>
        <p:nvSpPr>
          <p:cNvPr id="20" name="矩形 19"/>
          <p:cNvSpPr/>
          <p:nvPr/>
        </p:nvSpPr>
        <p:spPr>
          <a:xfrm>
            <a:off x="5562457" y="3309446"/>
            <a:ext cx="592183"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SEQ</a:t>
            </a:r>
            <a:endParaRPr lang="zh-CN" altLang="en-US"/>
          </a:p>
        </p:txBody>
      </p:sp>
      <p:sp>
        <p:nvSpPr>
          <p:cNvPr id="21" name="矩形 20"/>
          <p:cNvSpPr/>
          <p:nvPr/>
        </p:nvSpPr>
        <p:spPr>
          <a:xfrm>
            <a:off x="6154640" y="3309446"/>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SPACE</a:t>
            </a:r>
            <a:endParaRPr lang="zh-CN" altLang="en-US"/>
          </a:p>
        </p:txBody>
      </p:sp>
      <p:sp>
        <p:nvSpPr>
          <p:cNvPr id="22" name="矩形 21"/>
          <p:cNvSpPr/>
          <p:nvPr/>
        </p:nvSpPr>
        <p:spPr>
          <a:xfrm>
            <a:off x="6947114" y="3309446"/>
            <a:ext cx="1362577"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“QUERY”</a:t>
            </a:r>
            <a:endParaRPr lang="zh-CN" altLang="en-US"/>
          </a:p>
        </p:txBody>
      </p:sp>
      <p:sp>
        <p:nvSpPr>
          <p:cNvPr id="23" name="矩形 22"/>
          <p:cNvSpPr/>
          <p:nvPr/>
        </p:nvSpPr>
        <p:spPr>
          <a:xfrm>
            <a:off x="8309692" y="3309446"/>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SPACE</a:t>
            </a:r>
            <a:endParaRPr lang="zh-CN" altLang="en-US"/>
          </a:p>
        </p:txBody>
      </p:sp>
      <p:sp>
        <p:nvSpPr>
          <p:cNvPr id="24" name="矩形 23"/>
          <p:cNvSpPr/>
          <p:nvPr/>
        </p:nvSpPr>
        <p:spPr>
          <a:xfrm>
            <a:off x="9102167" y="3309446"/>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“xx.txt”</a:t>
            </a:r>
            <a:endParaRPr lang="zh-CN" altLang="en-US"/>
          </a:p>
        </p:txBody>
      </p:sp>
      <p:sp>
        <p:nvSpPr>
          <p:cNvPr id="26" name="文本框 25"/>
          <p:cNvSpPr txBox="1"/>
          <p:nvPr/>
        </p:nvSpPr>
        <p:spPr>
          <a:xfrm>
            <a:off x="5727919" y="3771000"/>
            <a:ext cx="243840" cy="369332"/>
          </a:xfrm>
          <a:prstGeom prst="rect">
            <a:avLst/>
          </a:prstGeom>
          <a:noFill/>
        </p:spPr>
        <p:txBody>
          <a:bodyPr wrap="square" rtlCol="0">
            <a:spAutoFit/>
          </a:bodyPr>
          <a:lstStyle/>
          <a:p>
            <a:r>
              <a:rPr lang="en-US" altLang="zh-CN"/>
              <a:t>1</a:t>
            </a:r>
            <a:endParaRPr lang="zh-CN" altLang="en-US"/>
          </a:p>
        </p:txBody>
      </p:sp>
      <p:sp>
        <p:nvSpPr>
          <p:cNvPr id="27" name="文本框 26"/>
          <p:cNvSpPr txBox="1"/>
          <p:nvPr/>
        </p:nvSpPr>
        <p:spPr>
          <a:xfrm>
            <a:off x="6398478" y="3771000"/>
            <a:ext cx="243840" cy="369332"/>
          </a:xfrm>
          <a:prstGeom prst="rect">
            <a:avLst/>
          </a:prstGeom>
          <a:noFill/>
        </p:spPr>
        <p:txBody>
          <a:bodyPr wrap="square" rtlCol="0">
            <a:spAutoFit/>
          </a:bodyPr>
          <a:lstStyle/>
          <a:p>
            <a:r>
              <a:rPr lang="en-US" altLang="zh-CN"/>
              <a:t>1</a:t>
            </a:r>
            <a:endParaRPr lang="zh-CN" altLang="en-US"/>
          </a:p>
        </p:txBody>
      </p:sp>
      <p:sp>
        <p:nvSpPr>
          <p:cNvPr id="28" name="文本框 27"/>
          <p:cNvSpPr txBox="1"/>
          <p:nvPr/>
        </p:nvSpPr>
        <p:spPr>
          <a:xfrm>
            <a:off x="7491084" y="3771000"/>
            <a:ext cx="243840" cy="369332"/>
          </a:xfrm>
          <a:prstGeom prst="rect">
            <a:avLst/>
          </a:prstGeom>
          <a:noFill/>
        </p:spPr>
        <p:txBody>
          <a:bodyPr wrap="square" rtlCol="0">
            <a:spAutoFit/>
          </a:bodyPr>
          <a:lstStyle/>
          <a:p>
            <a:r>
              <a:rPr lang="en-US" altLang="zh-CN"/>
              <a:t>6</a:t>
            </a:r>
            <a:endParaRPr lang="zh-CN" altLang="en-US"/>
          </a:p>
        </p:txBody>
      </p:sp>
      <p:sp>
        <p:nvSpPr>
          <p:cNvPr id="29" name="文本框 28"/>
          <p:cNvSpPr txBox="1"/>
          <p:nvPr/>
        </p:nvSpPr>
        <p:spPr>
          <a:xfrm>
            <a:off x="8554023" y="3771000"/>
            <a:ext cx="243840" cy="369332"/>
          </a:xfrm>
          <a:prstGeom prst="rect">
            <a:avLst/>
          </a:prstGeom>
          <a:noFill/>
        </p:spPr>
        <p:txBody>
          <a:bodyPr wrap="square" rtlCol="0">
            <a:spAutoFit/>
          </a:bodyPr>
          <a:lstStyle/>
          <a:p>
            <a:r>
              <a:rPr lang="en-US" altLang="zh-CN"/>
              <a:t>1</a:t>
            </a:r>
            <a:endParaRPr lang="zh-CN" altLang="en-US"/>
          </a:p>
        </p:txBody>
      </p:sp>
      <p:sp>
        <p:nvSpPr>
          <p:cNvPr id="30" name="文本框 29"/>
          <p:cNvSpPr txBox="1"/>
          <p:nvPr/>
        </p:nvSpPr>
        <p:spPr>
          <a:xfrm>
            <a:off x="9371560" y="3751796"/>
            <a:ext cx="243840" cy="369332"/>
          </a:xfrm>
          <a:prstGeom prst="rect">
            <a:avLst/>
          </a:prstGeom>
          <a:noFill/>
        </p:spPr>
        <p:txBody>
          <a:bodyPr wrap="square" rtlCol="0">
            <a:spAutoFit/>
          </a:bodyPr>
          <a:lstStyle/>
          <a:p>
            <a:r>
              <a:rPr lang="en-US" altLang="zh-CN"/>
              <a:t>6</a:t>
            </a:r>
            <a:endParaRPr lang="zh-CN" altLang="en-US"/>
          </a:p>
        </p:txBody>
      </p:sp>
      <p:sp>
        <p:nvSpPr>
          <p:cNvPr id="32" name="矩形 31"/>
          <p:cNvSpPr/>
          <p:nvPr/>
        </p:nvSpPr>
        <p:spPr>
          <a:xfrm>
            <a:off x="5569721" y="5157733"/>
            <a:ext cx="592183"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SEQ</a:t>
            </a:r>
            <a:endParaRPr lang="zh-CN" altLang="en-US"/>
          </a:p>
        </p:txBody>
      </p:sp>
      <p:sp>
        <p:nvSpPr>
          <p:cNvPr id="33" name="矩形 32"/>
          <p:cNvSpPr/>
          <p:nvPr/>
        </p:nvSpPr>
        <p:spPr>
          <a:xfrm>
            <a:off x="6161904" y="5157733"/>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SPACE</a:t>
            </a:r>
            <a:endParaRPr lang="zh-CN" altLang="en-US"/>
          </a:p>
        </p:txBody>
      </p:sp>
      <p:sp>
        <p:nvSpPr>
          <p:cNvPr id="34" name="矩形 33"/>
          <p:cNvSpPr/>
          <p:nvPr/>
        </p:nvSpPr>
        <p:spPr>
          <a:xfrm>
            <a:off x="6954379" y="5157733"/>
            <a:ext cx="941174"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“FINISH”</a:t>
            </a:r>
            <a:endParaRPr lang="zh-CN" altLang="en-US"/>
          </a:p>
        </p:txBody>
      </p:sp>
      <p:sp>
        <p:nvSpPr>
          <p:cNvPr id="35" name="文本框 34"/>
          <p:cNvSpPr txBox="1"/>
          <p:nvPr/>
        </p:nvSpPr>
        <p:spPr>
          <a:xfrm>
            <a:off x="5728561" y="5582671"/>
            <a:ext cx="243840" cy="369332"/>
          </a:xfrm>
          <a:prstGeom prst="rect">
            <a:avLst/>
          </a:prstGeom>
          <a:noFill/>
        </p:spPr>
        <p:txBody>
          <a:bodyPr wrap="square" rtlCol="0">
            <a:spAutoFit/>
          </a:bodyPr>
          <a:lstStyle/>
          <a:p>
            <a:r>
              <a:rPr lang="en-US" altLang="zh-CN"/>
              <a:t>1</a:t>
            </a:r>
            <a:endParaRPr lang="zh-CN" altLang="en-US"/>
          </a:p>
        </p:txBody>
      </p:sp>
      <p:sp>
        <p:nvSpPr>
          <p:cNvPr id="36" name="文本框 35"/>
          <p:cNvSpPr txBox="1"/>
          <p:nvPr/>
        </p:nvSpPr>
        <p:spPr>
          <a:xfrm>
            <a:off x="6399120" y="5582671"/>
            <a:ext cx="243840" cy="369332"/>
          </a:xfrm>
          <a:prstGeom prst="rect">
            <a:avLst/>
          </a:prstGeom>
          <a:noFill/>
        </p:spPr>
        <p:txBody>
          <a:bodyPr wrap="square" rtlCol="0">
            <a:spAutoFit/>
          </a:bodyPr>
          <a:lstStyle/>
          <a:p>
            <a:r>
              <a:rPr lang="en-US" altLang="zh-CN"/>
              <a:t>1</a:t>
            </a:r>
            <a:endParaRPr lang="zh-CN" altLang="en-US"/>
          </a:p>
        </p:txBody>
      </p:sp>
      <p:sp>
        <p:nvSpPr>
          <p:cNvPr id="37" name="文本框 36"/>
          <p:cNvSpPr txBox="1"/>
          <p:nvPr/>
        </p:nvSpPr>
        <p:spPr>
          <a:xfrm>
            <a:off x="7295782" y="5565697"/>
            <a:ext cx="243840" cy="369332"/>
          </a:xfrm>
          <a:prstGeom prst="rect">
            <a:avLst/>
          </a:prstGeom>
          <a:noFill/>
        </p:spPr>
        <p:txBody>
          <a:bodyPr wrap="square" rtlCol="0">
            <a:spAutoFit/>
          </a:bodyPr>
          <a:lstStyle/>
          <a:p>
            <a:r>
              <a:rPr lang="en-US" altLang="zh-CN"/>
              <a:t>6</a:t>
            </a:r>
            <a:endParaRPr lang="zh-CN" altLang="en-US"/>
          </a:p>
        </p:txBody>
      </p:sp>
      <p:cxnSp>
        <p:nvCxnSpPr>
          <p:cNvPr id="40" name="直接箭头连接符 39"/>
          <p:cNvCxnSpPr/>
          <p:nvPr/>
        </p:nvCxnSpPr>
        <p:spPr>
          <a:xfrm flipH="1">
            <a:off x="1277983" y="4568195"/>
            <a:ext cx="2403578" cy="6538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1" name="文本框 40"/>
          <p:cNvSpPr txBox="1"/>
          <p:nvPr/>
        </p:nvSpPr>
        <p:spPr>
          <a:xfrm rot="20654074">
            <a:off x="2032956" y="4564815"/>
            <a:ext cx="966981" cy="369332"/>
          </a:xfrm>
          <a:prstGeom prst="rect">
            <a:avLst/>
          </a:prstGeom>
          <a:noFill/>
        </p:spPr>
        <p:txBody>
          <a:bodyPr wrap="square" rtlCol="0">
            <a:spAutoFit/>
          </a:bodyPr>
          <a:lstStyle/>
          <a:p>
            <a:r>
              <a:rPr lang="en-US" altLang="zh-CN"/>
              <a:t>RETURN</a:t>
            </a:r>
            <a:endParaRPr lang="zh-CN" altLang="en-US"/>
          </a:p>
        </p:txBody>
      </p:sp>
      <p:cxnSp>
        <p:nvCxnSpPr>
          <p:cNvPr id="42" name="直接箭头连接符 41"/>
          <p:cNvCxnSpPr/>
          <p:nvPr/>
        </p:nvCxnSpPr>
        <p:spPr>
          <a:xfrm>
            <a:off x="1295400" y="5325840"/>
            <a:ext cx="2412287" cy="5050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3" name="文本框 42"/>
          <p:cNvSpPr txBox="1"/>
          <p:nvPr/>
        </p:nvSpPr>
        <p:spPr>
          <a:xfrm rot="714055">
            <a:off x="2182543" y="5320797"/>
            <a:ext cx="1306285" cy="369332"/>
          </a:xfrm>
          <a:prstGeom prst="rect">
            <a:avLst/>
          </a:prstGeom>
          <a:noFill/>
        </p:spPr>
        <p:txBody>
          <a:bodyPr wrap="square" rtlCol="0">
            <a:spAutoFit/>
          </a:bodyPr>
          <a:lstStyle/>
          <a:p>
            <a:r>
              <a:rPr lang="en-US" altLang="zh-CN"/>
              <a:t>ACK</a:t>
            </a:r>
            <a:endParaRPr lang="zh-CN" altLang="en-US"/>
          </a:p>
        </p:txBody>
      </p:sp>
      <p:sp>
        <p:nvSpPr>
          <p:cNvPr id="16" name="文本框 15"/>
          <p:cNvSpPr txBox="1"/>
          <p:nvPr/>
        </p:nvSpPr>
        <p:spPr>
          <a:xfrm>
            <a:off x="2270694" y="5739995"/>
            <a:ext cx="426863" cy="369332"/>
          </a:xfrm>
          <a:prstGeom prst="rect">
            <a:avLst/>
          </a:prstGeom>
          <a:noFill/>
        </p:spPr>
        <p:txBody>
          <a:bodyPr wrap="square" rtlCol="0">
            <a:spAutoFit/>
          </a:bodyPr>
          <a:lstStyle/>
          <a:p>
            <a:r>
              <a:rPr lang="en-US" altLang="zh-CN"/>
              <a:t>…</a:t>
            </a:r>
            <a:endParaRPr lang="zh-CN" altLang="en-US"/>
          </a:p>
        </p:txBody>
      </p:sp>
      <p:cxnSp>
        <p:nvCxnSpPr>
          <p:cNvPr id="44" name="直接箭头连接符 43"/>
          <p:cNvCxnSpPr/>
          <p:nvPr/>
        </p:nvCxnSpPr>
        <p:spPr>
          <a:xfrm flipH="1">
            <a:off x="1277983" y="6067396"/>
            <a:ext cx="2403578" cy="6538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5" name="文本框 44"/>
          <p:cNvSpPr txBox="1"/>
          <p:nvPr/>
        </p:nvSpPr>
        <p:spPr>
          <a:xfrm rot="20654074">
            <a:off x="2034854" y="6059165"/>
            <a:ext cx="966981" cy="369332"/>
          </a:xfrm>
          <a:prstGeom prst="rect">
            <a:avLst/>
          </a:prstGeom>
          <a:noFill/>
        </p:spPr>
        <p:txBody>
          <a:bodyPr wrap="square" rtlCol="0">
            <a:spAutoFit/>
          </a:bodyPr>
          <a:lstStyle/>
          <a:p>
            <a:r>
              <a:rPr lang="en-US" altLang="zh-CN"/>
              <a:t>FINISH</a:t>
            </a:r>
            <a:endParaRPr lang="zh-CN" altLang="en-US"/>
          </a:p>
        </p:txBody>
      </p:sp>
      <p:sp>
        <p:nvSpPr>
          <p:cNvPr id="46" name="矩形 45"/>
          <p:cNvSpPr/>
          <p:nvPr/>
        </p:nvSpPr>
        <p:spPr>
          <a:xfrm>
            <a:off x="5562457" y="4213350"/>
            <a:ext cx="592183"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SEQ</a:t>
            </a:r>
            <a:endParaRPr lang="zh-CN" altLang="en-US"/>
          </a:p>
        </p:txBody>
      </p:sp>
      <p:sp>
        <p:nvSpPr>
          <p:cNvPr id="47" name="矩形 46"/>
          <p:cNvSpPr/>
          <p:nvPr/>
        </p:nvSpPr>
        <p:spPr>
          <a:xfrm>
            <a:off x="6154640" y="4213350"/>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SPACE</a:t>
            </a:r>
            <a:endParaRPr lang="zh-CN" altLang="en-US"/>
          </a:p>
        </p:txBody>
      </p:sp>
      <p:sp>
        <p:nvSpPr>
          <p:cNvPr id="48" name="矩形 47"/>
          <p:cNvSpPr/>
          <p:nvPr/>
        </p:nvSpPr>
        <p:spPr>
          <a:xfrm>
            <a:off x="6947114" y="4213350"/>
            <a:ext cx="1362577"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“RESPONSE”</a:t>
            </a:r>
            <a:endParaRPr lang="zh-CN" altLang="en-US"/>
          </a:p>
        </p:txBody>
      </p:sp>
      <p:sp>
        <p:nvSpPr>
          <p:cNvPr id="49" name="矩形 48"/>
          <p:cNvSpPr/>
          <p:nvPr/>
        </p:nvSpPr>
        <p:spPr>
          <a:xfrm>
            <a:off x="8309692" y="4213350"/>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SPACE</a:t>
            </a:r>
            <a:endParaRPr lang="zh-CN" altLang="en-US"/>
          </a:p>
        </p:txBody>
      </p:sp>
      <p:sp>
        <p:nvSpPr>
          <p:cNvPr id="50" name="矩形 49"/>
          <p:cNvSpPr/>
          <p:nvPr/>
        </p:nvSpPr>
        <p:spPr>
          <a:xfrm>
            <a:off x="9102167" y="4213350"/>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IP</a:t>
            </a:r>
            <a:endParaRPr lang="zh-CN" altLang="en-US"/>
          </a:p>
        </p:txBody>
      </p:sp>
      <p:sp>
        <p:nvSpPr>
          <p:cNvPr id="51" name="矩形 50"/>
          <p:cNvSpPr/>
          <p:nvPr/>
        </p:nvSpPr>
        <p:spPr>
          <a:xfrm>
            <a:off x="9890675" y="4213350"/>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Port</a:t>
            </a:r>
            <a:endParaRPr lang="zh-CN" altLang="en-US"/>
          </a:p>
        </p:txBody>
      </p:sp>
      <p:sp>
        <p:nvSpPr>
          <p:cNvPr id="52" name="文本框 51"/>
          <p:cNvSpPr txBox="1"/>
          <p:nvPr/>
        </p:nvSpPr>
        <p:spPr>
          <a:xfrm>
            <a:off x="5727919" y="4674904"/>
            <a:ext cx="243840" cy="369332"/>
          </a:xfrm>
          <a:prstGeom prst="rect">
            <a:avLst/>
          </a:prstGeom>
          <a:noFill/>
        </p:spPr>
        <p:txBody>
          <a:bodyPr wrap="square" rtlCol="0">
            <a:spAutoFit/>
          </a:bodyPr>
          <a:lstStyle/>
          <a:p>
            <a:r>
              <a:rPr lang="en-US" altLang="zh-CN"/>
              <a:t>1</a:t>
            </a:r>
            <a:endParaRPr lang="zh-CN" altLang="en-US"/>
          </a:p>
        </p:txBody>
      </p:sp>
      <p:sp>
        <p:nvSpPr>
          <p:cNvPr id="53" name="文本框 52"/>
          <p:cNvSpPr txBox="1"/>
          <p:nvPr/>
        </p:nvSpPr>
        <p:spPr>
          <a:xfrm>
            <a:off x="6398478" y="4674904"/>
            <a:ext cx="243840" cy="369332"/>
          </a:xfrm>
          <a:prstGeom prst="rect">
            <a:avLst/>
          </a:prstGeom>
          <a:noFill/>
        </p:spPr>
        <p:txBody>
          <a:bodyPr wrap="square" rtlCol="0">
            <a:spAutoFit/>
          </a:bodyPr>
          <a:lstStyle/>
          <a:p>
            <a:r>
              <a:rPr lang="en-US" altLang="zh-CN"/>
              <a:t>1</a:t>
            </a:r>
            <a:endParaRPr lang="zh-CN" altLang="en-US"/>
          </a:p>
        </p:txBody>
      </p:sp>
      <p:sp>
        <p:nvSpPr>
          <p:cNvPr id="54" name="文本框 53"/>
          <p:cNvSpPr txBox="1"/>
          <p:nvPr/>
        </p:nvSpPr>
        <p:spPr>
          <a:xfrm>
            <a:off x="7491084" y="4674904"/>
            <a:ext cx="243840" cy="369332"/>
          </a:xfrm>
          <a:prstGeom prst="rect">
            <a:avLst/>
          </a:prstGeom>
          <a:noFill/>
        </p:spPr>
        <p:txBody>
          <a:bodyPr wrap="square" rtlCol="0">
            <a:spAutoFit/>
          </a:bodyPr>
          <a:lstStyle/>
          <a:p>
            <a:r>
              <a:rPr lang="en-US" altLang="zh-CN"/>
              <a:t>8</a:t>
            </a:r>
            <a:endParaRPr lang="zh-CN" altLang="en-US"/>
          </a:p>
        </p:txBody>
      </p:sp>
      <p:sp>
        <p:nvSpPr>
          <p:cNvPr id="55" name="文本框 54"/>
          <p:cNvSpPr txBox="1"/>
          <p:nvPr/>
        </p:nvSpPr>
        <p:spPr>
          <a:xfrm>
            <a:off x="8554023" y="4674904"/>
            <a:ext cx="243840" cy="369332"/>
          </a:xfrm>
          <a:prstGeom prst="rect">
            <a:avLst/>
          </a:prstGeom>
          <a:noFill/>
        </p:spPr>
        <p:txBody>
          <a:bodyPr wrap="square" rtlCol="0">
            <a:spAutoFit/>
          </a:bodyPr>
          <a:lstStyle/>
          <a:p>
            <a:r>
              <a:rPr lang="en-US" altLang="zh-CN"/>
              <a:t>1</a:t>
            </a:r>
            <a:endParaRPr lang="zh-CN" altLang="en-US"/>
          </a:p>
        </p:txBody>
      </p:sp>
      <p:sp>
        <p:nvSpPr>
          <p:cNvPr id="56" name="文本框 55"/>
          <p:cNvSpPr txBox="1"/>
          <p:nvPr/>
        </p:nvSpPr>
        <p:spPr>
          <a:xfrm>
            <a:off x="9371560" y="4655700"/>
            <a:ext cx="243840" cy="369332"/>
          </a:xfrm>
          <a:prstGeom prst="rect">
            <a:avLst/>
          </a:prstGeom>
          <a:noFill/>
        </p:spPr>
        <p:txBody>
          <a:bodyPr wrap="square" rtlCol="0">
            <a:spAutoFit/>
          </a:bodyPr>
          <a:lstStyle/>
          <a:p>
            <a:r>
              <a:rPr lang="en-US" altLang="zh-CN"/>
              <a:t>4</a:t>
            </a:r>
            <a:endParaRPr lang="zh-CN" altLang="en-US"/>
          </a:p>
        </p:txBody>
      </p:sp>
      <p:sp>
        <p:nvSpPr>
          <p:cNvPr id="57" name="文本框 56"/>
          <p:cNvSpPr txBox="1"/>
          <p:nvPr/>
        </p:nvSpPr>
        <p:spPr>
          <a:xfrm>
            <a:off x="10164992" y="4655700"/>
            <a:ext cx="243840" cy="369332"/>
          </a:xfrm>
          <a:prstGeom prst="rect">
            <a:avLst/>
          </a:prstGeom>
          <a:noFill/>
        </p:spPr>
        <p:txBody>
          <a:bodyPr wrap="square" rtlCol="0">
            <a:spAutoFit/>
          </a:bodyPr>
          <a:lstStyle/>
          <a:p>
            <a:r>
              <a:rPr lang="en-US" altLang="zh-CN"/>
              <a:t>2</a:t>
            </a:r>
            <a:endParaRPr lang="zh-CN" altLang="en-US"/>
          </a:p>
        </p:txBody>
      </p:sp>
    </p:spTree>
    <p:extLst>
      <p:ext uri="{BB962C8B-B14F-4D97-AF65-F5344CB8AC3E}">
        <p14:creationId xmlns:p14="http://schemas.microsoft.com/office/powerpoint/2010/main" val="998156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30BF0-B55C-D628-750D-50B7D93E0587}"/>
              </a:ext>
            </a:extLst>
          </p:cNvPr>
          <p:cNvSpPr>
            <a:spLocks noGrp="1"/>
          </p:cNvSpPr>
          <p:nvPr>
            <p:ph type="title"/>
          </p:nvPr>
        </p:nvSpPr>
        <p:spPr/>
        <p:txBody>
          <a:bodyPr/>
          <a:lstStyle/>
          <a:p>
            <a:r>
              <a:rPr lang="en-US" altLang="zh-CN" b="0" i="0" dirty="0">
                <a:effectLst/>
                <a:latin typeface="+mn-lt"/>
              </a:rPr>
              <a:t>Commands about file sharing</a:t>
            </a:r>
            <a:endParaRPr lang="zh-Hans-HK" altLang="en-US" dirty="0">
              <a:latin typeface="+mn-lt"/>
            </a:endParaRPr>
          </a:p>
        </p:txBody>
      </p:sp>
      <p:sp>
        <p:nvSpPr>
          <p:cNvPr id="3" name="内容占位符 2">
            <a:extLst>
              <a:ext uri="{FF2B5EF4-FFF2-40B4-BE49-F238E27FC236}">
                <a16:creationId xmlns:a16="http://schemas.microsoft.com/office/drawing/2014/main" id="{D38EA0CF-5F2E-CE36-4D78-DDEDB1FF8A14}"/>
              </a:ext>
            </a:extLst>
          </p:cNvPr>
          <p:cNvSpPr>
            <a:spLocks noGrp="1"/>
          </p:cNvSpPr>
          <p:nvPr>
            <p:ph idx="1"/>
          </p:nvPr>
        </p:nvSpPr>
        <p:spPr>
          <a:xfrm>
            <a:off x="838200" y="1690688"/>
            <a:ext cx="10663989" cy="521067"/>
          </a:xfrm>
        </p:spPr>
        <p:txBody>
          <a:bodyPr>
            <a:noAutofit/>
          </a:bodyPr>
          <a:lstStyle/>
          <a:p>
            <a:pPr marL="0" indent="0" algn="l">
              <a:buNone/>
            </a:pPr>
            <a:r>
              <a:rPr lang="en-US" altLang="zh-Hans-HK" sz="2400" b="1" i="0" dirty="0">
                <a:solidFill>
                  <a:srgbClr val="2D3B45"/>
                </a:solidFill>
                <a:effectLst/>
              </a:rPr>
              <a:t>GET</a:t>
            </a:r>
            <a:r>
              <a:rPr lang="en-US" altLang="zh-Hans-HK" sz="2400" b="0" i="0" dirty="0">
                <a:solidFill>
                  <a:srgbClr val="2D3B45"/>
                </a:solidFill>
                <a:effectLst/>
              </a:rPr>
              <a:t> is sent to the </a:t>
            </a:r>
            <a:r>
              <a:rPr lang="en-US" altLang="zh-Hans-HK" sz="2400" b="1" i="0" dirty="0">
                <a:solidFill>
                  <a:srgbClr val="2D3B45"/>
                </a:solidFill>
                <a:effectLst/>
              </a:rPr>
              <a:t>p2p client </a:t>
            </a:r>
            <a:r>
              <a:rPr lang="en-US" altLang="zh-Hans-HK" sz="2400" b="0" i="0" dirty="0">
                <a:solidFill>
                  <a:srgbClr val="2D3B45"/>
                </a:solidFill>
                <a:effectLst/>
              </a:rPr>
              <a:t>to get the above </a:t>
            </a:r>
            <a:r>
              <a:rPr lang="en-US" altLang="zh-Hans-HK" sz="2400" b="1" i="0" dirty="0">
                <a:solidFill>
                  <a:srgbClr val="2D3B45"/>
                </a:solidFill>
                <a:effectLst/>
              </a:rPr>
              <a:t>queried file </a:t>
            </a:r>
            <a:r>
              <a:rPr lang="en-US" altLang="zh-Hans-HK" sz="2400" b="0" i="0" dirty="0">
                <a:solidFill>
                  <a:srgbClr val="2D3B45"/>
                </a:solidFill>
                <a:effectLst/>
              </a:rPr>
              <a:t>from one p2p client</a:t>
            </a:r>
            <a:r>
              <a:rPr lang="en-US" altLang="zh-Hans-HK" sz="2400" dirty="0">
                <a:solidFill>
                  <a:srgbClr val="2D3B45"/>
                </a:solidFill>
              </a:rPr>
              <a:t>.</a:t>
            </a:r>
            <a:endParaRPr lang="en-US" altLang="zh-Hans-HK" sz="2400" b="0" i="0" dirty="0">
              <a:solidFill>
                <a:srgbClr val="2D3B45"/>
              </a:solidFill>
              <a:effectLst/>
            </a:endParaRPr>
          </a:p>
        </p:txBody>
      </p:sp>
      <p:cxnSp>
        <p:nvCxnSpPr>
          <p:cNvPr id="6" name="直接连接符 5"/>
          <p:cNvCxnSpPr/>
          <p:nvPr/>
        </p:nvCxnSpPr>
        <p:spPr>
          <a:xfrm>
            <a:off x="1415150" y="3025624"/>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975367" y="2655671"/>
            <a:ext cx="914400" cy="369332"/>
          </a:xfrm>
          <a:prstGeom prst="rect">
            <a:avLst/>
          </a:prstGeom>
          <a:noFill/>
        </p:spPr>
        <p:txBody>
          <a:bodyPr wrap="square" rtlCol="0">
            <a:spAutoFit/>
          </a:bodyPr>
          <a:lstStyle/>
          <a:p>
            <a:r>
              <a:rPr lang="en-US" altLang="zh-CN"/>
              <a:t>Client1</a:t>
            </a:r>
            <a:endParaRPr lang="zh-CN" altLang="en-US"/>
          </a:p>
        </p:txBody>
      </p:sp>
      <p:cxnSp>
        <p:nvCxnSpPr>
          <p:cNvPr id="9" name="直接连接符 8"/>
          <p:cNvCxnSpPr/>
          <p:nvPr/>
        </p:nvCxnSpPr>
        <p:spPr>
          <a:xfrm>
            <a:off x="3827437" y="3012014"/>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378945" y="2655671"/>
            <a:ext cx="914400" cy="369332"/>
          </a:xfrm>
          <a:prstGeom prst="rect">
            <a:avLst/>
          </a:prstGeom>
          <a:noFill/>
        </p:spPr>
        <p:txBody>
          <a:bodyPr wrap="square" rtlCol="0">
            <a:spAutoFit/>
          </a:bodyPr>
          <a:lstStyle/>
          <a:p>
            <a:r>
              <a:rPr lang="en-US" altLang="zh-CN"/>
              <a:t>Client2</a:t>
            </a:r>
            <a:endParaRPr lang="zh-CN" altLang="en-US"/>
          </a:p>
        </p:txBody>
      </p:sp>
      <p:cxnSp>
        <p:nvCxnSpPr>
          <p:cNvPr id="12" name="直接箭头连接符 11"/>
          <p:cNvCxnSpPr/>
          <p:nvPr/>
        </p:nvCxnSpPr>
        <p:spPr>
          <a:xfrm>
            <a:off x="1423858" y="3736306"/>
            <a:ext cx="2412287" cy="5050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文本框 13"/>
          <p:cNvSpPr txBox="1"/>
          <p:nvPr/>
        </p:nvSpPr>
        <p:spPr>
          <a:xfrm rot="714055">
            <a:off x="2205522" y="3690601"/>
            <a:ext cx="1306285" cy="369332"/>
          </a:xfrm>
          <a:prstGeom prst="rect">
            <a:avLst/>
          </a:prstGeom>
          <a:noFill/>
        </p:spPr>
        <p:txBody>
          <a:bodyPr wrap="square" rtlCol="0">
            <a:spAutoFit/>
          </a:bodyPr>
          <a:lstStyle/>
          <a:p>
            <a:r>
              <a:rPr lang="en-US" altLang="zh-CN" dirty="0"/>
              <a:t>“</a:t>
            </a:r>
            <a:r>
              <a:rPr lang="en-US" altLang="zh-CN" dirty="0" err="1"/>
              <a:t>xx.txt</a:t>
            </a:r>
            <a:r>
              <a:rPr lang="en-US" altLang="zh-CN" dirty="0"/>
              <a:t>”</a:t>
            </a:r>
            <a:endParaRPr lang="zh-CN" altLang="en-US" dirty="0"/>
          </a:p>
        </p:txBody>
      </p:sp>
      <p:cxnSp>
        <p:nvCxnSpPr>
          <p:cNvPr id="15" name="直接箭头连接符 14"/>
          <p:cNvCxnSpPr/>
          <p:nvPr/>
        </p:nvCxnSpPr>
        <p:spPr>
          <a:xfrm flipH="1">
            <a:off x="1403764" y="4870758"/>
            <a:ext cx="2394870" cy="4464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文本框 18"/>
          <p:cNvSpPr txBox="1"/>
          <p:nvPr/>
        </p:nvSpPr>
        <p:spPr>
          <a:xfrm rot="20986711">
            <a:off x="2017075" y="4765256"/>
            <a:ext cx="1587801" cy="369332"/>
          </a:xfrm>
          <a:prstGeom prst="rect">
            <a:avLst/>
          </a:prstGeom>
          <a:noFill/>
        </p:spPr>
        <p:txBody>
          <a:bodyPr wrap="square" rtlCol="0">
            <a:spAutoFit/>
          </a:bodyPr>
          <a:lstStyle/>
          <a:p>
            <a:r>
              <a:rPr lang="en-US" altLang="zh-CN"/>
              <a:t>File transfer</a:t>
            </a:r>
            <a:endParaRPr lang="zh-CN" altLang="en-US"/>
          </a:p>
        </p:txBody>
      </p:sp>
      <p:sp>
        <p:nvSpPr>
          <p:cNvPr id="24" name="矩形 23"/>
          <p:cNvSpPr/>
          <p:nvPr/>
        </p:nvSpPr>
        <p:spPr>
          <a:xfrm>
            <a:off x="5609596" y="3026399"/>
            <a:ext cx="792475"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“xx.txt”</a:t>
            </a:r>
            <a:endParaRPr lang="zh-CN" altLang="en-US"/>
          </a:p>
        </p:txBody>
      </p:sp>
      <p:sp>
        <p:nvSpPr>
          <p:cNvPr id="26" name="文本框 25"/>
          <p:cNvSpPr txBox="1"/>
          <p:nvPr/>
        </p:nvSpPr>
        <p:spPr>
          <a:xfrm>
            <a:off x="5860867" y="3489982"/>
            <a:ext cx="243840" cy="369332"/>
          </a:xfrm>
          <a:prstGeom prst="rect">
            <a:avLst/>
          </a:prstGeom>
          <a:noFill/>
        </p:spPr>
        <p:txBody>
          <a:bodyPr wrap="square" rtlCol="0">
            <a:spAutoFit/>
          </a:bodyPr>
          <a:lstStyle/>
          <a:p>
            <a:r>
              <a:rPr lang="en-US" altLang="zh-CN"/>
              <a:t>6</a:t>
            </a:r>
            <a:endParaRPr lang="zh-CN" altLang="en-US"/>
          </a:p>
        </p:txBody>
      </p:sp>
      <p:cxnSp>
        <p:nvCxnSpPr>
          <p:cNvPr id="16" name="直接箭头连接符 15"/>
          <p:cNvCxnSpPr/>
          <p:nvPr/>
        </p:nvCxnSpPr>
        <p:spPr>
          <a:xfrm>
            <a:off x="1423858" y="3489982"/>
            <a:ext cx="2412287" cy="0"/>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
        <p:nvSpPr>
          <p:cNvPr id="40" name="文本框 39"/>
          <p:cNvSpPr txBox="1"/>
          <p:nvPr/>
        </p:nvSpPr>
        <p:spPr>
          <a:xfrm>
            <a:off x="1863675" y="3134125"/>
            <a:ext cx="1739517" cy="369332"/>
          </a:xfrm>
          <a:prstGeom prst="rect">
            <a:avLst/>
          </a:prstGeom>
          <a:noFill/>
        </p:spPr>
        <p:txBody>
          <a:bodyPr wrap="square" rtlCol="0">
            <a:spAutoFit/>
          </a:bodyPr>
          <a:lstStyle/>
          <a:p>
            <a:r>
              <a:rPr lang="en-US" altLang="zh-CN" dirty="0"/>
              <a:t>TCP Handshake</a:t>
            </a:r>
            <a:endParaRPr lang="zh-CN" altLang="en-US" dirty="0"/>
          </a:p>
        </p:txBody>
      </p:sp>
      <p:cxnSp>
        <p:nvCxnSpPr>
          <p:cNvPr id="41" name="直接箭头连接符 40"/>
          <p:cNvCxnSpPr/>
          <p:nvPr/>
        </p:nvCxnSpPr>
        <p:spPr>
          <a:xfrm>
            <a:off x="1432567" y="5524970"/>
            <a:ext cx="2412287" cy="0"/>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
        <p:nvSpPr>
          <p:cNvPr id="42" name="文本框 41"/>
          <p:cNvSpPr txBox="1"/>
          <p:nvPr/>
        </p:nvSpPr>
        <p:spPr>
          <a:xfrm>
            <a:off x="2127763" y="5232536"/>
            <a:ext cx="1366427" cy="369332"/>
          </a:xfrm>
          <a:prstGeom prst="rect">
            <a:avLst/>
          </a:prstGeom>
          <a:noFill/>
        </p:spPr>
        <p:txBody>
          <a:bodyPr wrap="square" rtlCol="0">
            <a:spAutoFit/>
          </a:bodyPr>
          <a:lstStyle/>
          <a:p>
            <a:r>
              <a:rPr lang="en-US" altLang="zh-CN" err="1"/>
              <a:t>Wavehand</a:t>
            </a:r>
            <a:endParaRPr lang="zh-CN" altLang="en-US"/>
          </a:p>
        </p:txBody>
      </p:sp>
      <p:sp>
        <p:nvSpPr>
          <p:cNvPr id="43" name="内容占位符 2">
            <a:extLst>
              <a:ext uri="{FF2B5EF4-FFF2-40B4-BE49-F238E27FC236}">
                <a16:creationId xmlns:a16="http://schemas.microsoft.com/office/drawing/2014/main" id="{D38EA0CF-5F2E-CE36-4D78-DDEDB1FF8A14}"/>
              </a:ext>
            </a:extLst>
          </p:cNvPr>
          <p:cNvSpPr txBox="1">
            <a:spLocks/>
          </p:cNvSpPr>
          <p:nvPr/>
        </p:nvSpPr>
        <p:spPr>
          <a:xfrm>
            <a:off x="5530576" y="6244771"/>
            <a:ext cx="4480911" cy="5210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Hans-HK" sz="1800">
                <a:solidFill>
                  <a:srgbClr val="2D3B45"/>
                </a:solidFill>
              </a:rPr>
              <a:t>Note that the file transfer is based on TCP.</a:t>
            </a:r>
          </a:p>
        </p:txBody>
      </p:sp>
      <p:sp>
        <p:nvSpPr>
          <p:cNvPr id="20" name="文本框 19"/>
          <p:cNvSpPr txBox="1"/>
          <p:nvPr/>
        </p:nvSpPr>
        <p:spPr>
          <a:xfrm rot="20986711">
            <a:off x="2019655" y="4315439"/>
            <a:ext cx="1262532" cy="369332"/>
          </a:xfrm>
          <a:prstGeom prst="rect">
            <a:avLst/>
          </a:prstGeom>
          <a:noFill/>
        </p:spPr>
        <p:txBody>
          <a:bodyPr wrap="square" rtlCol="0">
            <a:spAutoFit/>
          </a:bodyPr>
          <a:lstStyle/>
          <a:p>
            <a:r>
              <a:rPr lang="en-US" altLang="zh-CN"/>
              <a:t>File length</a:t>
            </a:r>
            <a:endParaRPr lang="zh-CN" altLang="en-US"/>
          </a:p>
        </p:txBody>
      </p:sp>
      <p:cxnSp>
        <p:nvCxnSpPr>
          <p:cNvPr id="21" name="直接箭头连接符 20"/>
          <p:cNvCxnSpPr/>
          <p:nvPr/>
        </p:nvCxnSpPr>
        <p:spPr>
          <a:xfrm flipH="1">
            <a:off x="1441275" y="4434107"/>
            <a:ext cx="2394870" cy="4464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2" name="矩形 21"/>
          <p:cNvSpPr/>
          <p:nvPr/>
        </p:nvSpPr>
        <p:spPr>
          <a:xfrm>
            <a:off x="5609595" y="3978778"/>
            <a:ext cx="1274781"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File length</a:t>
            </a:r>
            <a:endParaRPr lang="zh-CN" altLang="en-US"/>
          </a:p>
        </p:txBody>
      </p:sp>
      <p:sp>
        <p:nvSpPr>
          <p:cNvPr id="23" name="文本框 22"/>
          <p:cNvSpPr txBox="1"/>
          <p:nvPr/>
        </p:nvSpPr>
        <p:spPr>
          <a:xfrm>
            <a:off x="6093186" y="4424529"/>
            <a:ext cx="243840" cy="369332"/>
          </a:xfrm>
          <a:prstGeom prst="rect">
            <a:avLst/>
          </a:prstGeom>
          <a:noFill/>
        </p:spPr>
        <p:txBody>
          <a:bodyPr wrap="square" rtlCol="0">
            <a:spAutoFit/>
          </a:bodyPr>
          <a:lstStyle/>
          <a:p>
            <a:r>
              <a:rPr lang="en-US" altLang="zh-CN"/>
              <a:t>4</a:t>
            </a:r>
            <a:endParaRPr lang="zh-CN" altLang="en-US"/>
          </a:p>
        </p:txBody>
      </p:sp>
      <p:sp>
        <p:nvSpPr>
          <p:cNvPr id="25" name="矩形 24"/>
          <p:cNvSpPr/>
          <p:nvPr/>
        </p:nvSpPr>
        <p:spPr>
          <a:xfrm>
            <a:off x="5609595" y="4855610"/>
            <a:ext cx="1512174" cy="46155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File transfer</a:t>
            </a:r>
            <a:endParaRPr lang="zh-CN" altLang="en-US"/>
          </a:p>
        </p:txBody>
      </p:sp>
      <p:sp>
        <p:nvSpPr>
          <p:cNvPr id="27" name="文本框 26"/>
          <p:cNvSpPr txBox="1"/>
          <p:nvPr/>
        </p:nvSpPr>
        <p:spPr>
          <a:xfrm>
            <a:off x="5530576" y="5367939"/>
            <a:ext cx="4431108" cy="369332"/>
          </a:xfrm>
          <a:prstGeom prst="rect">
            <a:avLst/>
          </a:prstGeom>
          <a:noFill/>
        </p:spPr>
        <p:txBody>
          <a:bodyPr wrap="square" rtlCol="0">
            <a:spAutoFit/>
          </a:bodyPr>
          <a:lstStyle/>
          <a:p>
            <a:r>
              <a:rPr lang="en-US" altLang="zh-CN"/>
              <a:t>The file content, any reasonable length. </a:t>
            </a:r>
            <a:endParaRPr lang="zh-CN" altLang="en-US"/>
          </a:p>
        </p:txBody>
      </p:sp>
    </p:spTree>
    <p:extLst>
      <p:ext uri="{BB962C8B-B14F-4D97-AF65-F5344CB8AC3E}">
        <p14:creationId xmlns:p14="http://schemas.microsoft.com/office/powerpoint/2010/main" val="3457538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37FC6-696F-92F2-17DE-11F37679A00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A4D8E86-0470-D0DD-FDA6-FC0E4BE4680E}"/>
              </a:ext>
            </a:extLst>
          </p:cNvPr>
          <p:cNvSpPr>
            <a:spLocks noGrp="1"/>
          </p:cNvSpPr>
          <p:nvPr>
            <p:ph type="title"/>
          </p:nvPr>
        </p:nvSpPr>
        <p:spPr/>
        <p:txBody>
          <a:bodyPr/>
          <a:lstStyle/>
          <a:p>
            <a:r>
              <a:rPr lang="en-US" altLang="zh-CN" b="0" i="0" dirty="0">
                <a:effectLst/>
                <a:latin typeface="+mn-lt"/>
              </a:rPr>
              <a:t>Commands about chat</a:t>
            </a:r>
            <a:endParaRPr lang="zh-Hans-HK" altLang="en-US" dirty="0">
              <a:latin typeface="+mn-lt"/>
            </a:endParaRPr>
          </a:p>
        </p:txBody>
      </p:sp>
      <p:sp>
        <p:nvSpPr>
          <p:cNvPr id="3" name="内容占位符 2">
            <a:extLst>
              <a:ext uri="{FF2B5EF4-FFF2-40B4-BE49-F238E27FC236}">
                <a16:creationId xmlns:a16="http://schemas.microsoft.com/office/drawing/2014/main" id="{4B08328B-84A9-E936-C42C-9915754796D1}"/>
              </a:ext>
            </a:extLst>
          </p:cNvPr>
          <p:cNvSpPr>
            <a:spLocks noGrp="1"/>
          </p:cNvSpPr>
          <p:nvPr>
            <p:ph idx="1"/>
          </p:nvPr>
        </p:nvSpPr>
        <p:spPr>
          <a:xfrm>
            <a:off x="838200" y="1690688"/>
            <a:ext cx="10663989" cy="813826"/>
          </a:xfrm>
        </p:spPr>
        <p:txBody>
          <a:bodyPr>
            <a:noAutofit/>
          </a:bodyPr>
          <a:lstStyle/>
          <a:p>
            <a:pPr marL="0" indent="0" algn="l">
              <a:buNone/>
            </a:pPr>
            <a:r>
              <a:rPr lang="en-US" altLang="zh-CN" sz="2400" b="1" dirty="0">
                <a:solidFill>
                  <a:srgbClr val="2D3B45"/>
                </a:solidFill>
              </a:rPr>
              <a:t>@ALL:</a:t>
            </a:r>
            <a:r>
              <a:rPr lang="en-US" altLang="zh-CN" sz="2400" dirty="0">
                <a:solidFill>
                  <a:srgbClr val="2D3B45"/>
                </a:solidFill>
              </a:rPr>
              <a:t> is sent to server to broadcast a message to other clients in chat. </a:t>
            </a:r>
          </a:p>
        </p:txBody>
      </p:sp>
      <p:cxnSp>
        <p:nvCxnSpPr>
          <p:cNvPr id="6" name="直接连接符 5">
            <a:extLst>
              <a:ext uri="{FF2B5EF4-FFF2-40B4-BE49-F238E27FC236}">
                <a16:creationId xmlns:a16="http://schemas.microsoft.com/office/drawing/2014/main" id="{5C265CC8-32F0-8FED-D743-E335298C92C2}"/>
              </a:ext>
            </a:extLst>
          </p:cNvPr>
          <p:cNvCxnSpPr/>
          <p:nvPr/>
        </p:nvCxnSpPr>
        <p:spPr>
          <a:xfrm>
            <a:off x="1415150" y="3025624"/>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4F6368B5-1626-C090-1B40-D47C889C87EF}"/>
              </a:ext>
            </a:extLst>
          </p:cNvPr>
          <p:cNvSpPr txBox="1"/>
          <p:nvPr/>
        </p:nvSpPr>
        <p:spPr>
          <a:xfrm>
            <a:off x="975367" y="2655671"/>
            <a:ext cx="914400" cy="369332"/>
          </a:xfrm>
          <a:prstGeom prst="rect">
            <a:avLst/>
          </a:prstGeom>
          <a:noFill/>
        </p:spPr>
        <p:txBody>
          <a:bodyPr wrap="square" rtlCol="0">
            <a:spAutoFit/>
          </a:bodyPr>
          <a:lstStyle/>
          <a:p>
            <a:r>
              <a:rPr lang="en-US" altLang="zh-CN" dirty="0"/>
              <a:t>Client</a:t>
            </a:r>
            <a:endParaRPr lang="zh-CN" altLang="en-US" dirty="0"/>
          </a:p>
        </p:txBody>
      </p:sp>
      <p:cxnSp>
        <p:nvCxnSpPr>
          <p:cNvPr id="9" name="直接连接符 8">
            <a:extLst>
              <a:ext uri="{FF2B5EF4-FFF2-40B4-BE49-F238E27FC236}">
                <a16:creationId xmlns:a16="http://schemas.microsoft.com/office/drawing/2014/main" id="{E8671B66-3564-47A0-25C6-2267F0BA925C}"/>
              </a:ext>
            </a:extLst>
          </p:cNvPr>
          <p:cNvCxnSpPr/>
          <p:nvPr/>
        </p:nvCxnSpPr>
        <p:spPr>
          <a:xfrm>
            <a:off x="3827437" y="3012014"/>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5392D90-C5F2-B9B5-AD27-E7A8570CC9E2}"/>
              </a:ext>
            </a:extLst>
          </p:cNvPr>
          <p:cNvSpPr txBox="1"/>
          <p:nvPr/>
        </p:nvSpPr>
        <p:spPr>
          <a:xfrm>
            <a:off x="3378945" y="2655671"/>
            <a:ext cx="914400" cy="369332"/>
          </a:xfrm>
          <a:prstGeom prst="rect">
            <a:avLst/>
          </a:prstGeom>
          <a:noFill/>
        </p:spPr>
        <p:txBody>
          <a:bodyPr wrap="square" rtlCol="0">
            <a:spAutoFit/>
          </a:bodyPr>
          <a:lstStyle/>
          <a:p>
            <a:r>
              <a:rPr lang="en-US" altLang="zh-CN" dirty="0"/>
              <a:t>Server</a:t>
            </a:r>
            <a:endParaRPr lang="zh-CN" altLang="en-US" dirty="0"/>
          </a:p>
        </p:txBody>
      </p:sp>
      <p:cxnSp>
        <p:nvCxnSpPr>
          <p:cNvPr id="12" name="直接箭头连接符 11">
            <a:extLst>
              <a:ext uri="{FF2B5EF4-FFF2-40B4-BE49-F238E27FC236}">
                <a16:creationId xmlns:a16="http://schemas.microsoft.com/office/drawing/2014/main" id="{8FC81AF1-33F7-F708-3D1E-45D16FAF738F}"/>
              </a:ext>
            </a:extLst>
          </p:cNvPr>
          <p:cNvCxnSpPr/>
          <p:nvPr/>
        </p:nvCxnSpPr>
        <p:spPr>
          <a:xfrm>
            <a:off x="1423858" y="3736306"/>
            <a:ext cx="2412287" cy="5050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文本框 13">
            <a:extLst>
              <a:ext uri="{FF2B5EF4-FFF2-40B4-BE49-F238E27FC236}">
                <a16:creationId xmlns:a16="http://schemas.microsoft.com/office/drawing/2014/main" id="{4E308DBA-7A16-EF75-77A1-BB02C49F0118}"/>
              </a:ext>
            </a:extLst>
          </p:cNvPr>
          <p:cNvSpPr txBox="1"/>
          <p:nvPr/>
        </p:nvSpPr>
        <p:spPr>
          <a:xfrm rot="714055">
            <a:off x="1771639" y="3613667"/>
            <a:ext cx="1676999" cy="369332"/>
          </a:xfrm>
          <a:prstGeom prst="rect">
            <a:avLst/>
          </a:prstGeom>
          <a:noFill/>
        </p:spPr>
        <p:txBody>
          <a:bodyPr wrap="square" rtlCol="0">
            <a:spAutoFit/>
          </a:bodyPr>
          <a:lstStyle/>
          <a:p>
            <a:r>
              <a:rPr lang="en-US" altLang="zh-CN" dirty="0"/>
              <a:t>@</a:t>
            </a:r>
            <a:r>
              <a:rPr lang="en-US" altLang="zh-CN" dirty="0" err="1"/>
              <a:t>ALL:message</a:t>
            </a:r>
            <a:endParaRPr lang="zh-CN" altLang="en-US" dirty="0"/>
          </a:p>
        </p:txBody>
      </p:sp>
      <p:cxnSp>
        <p:nvCxnSpPr>
          <p:cNvPr id="4" name="直接连接符 8">
            <a:extLst>
              <a:ext uri="{FF2B5EF4-FFF2-40B4-BE49-F238E27FC236}">
                <a16:creationId xmlns:a16="http://schemas.microsoft.com/office/drawing/2014/main" id="{EA48621D-EC67-3A6E-4992-499C5B4BA02E}"/>
              </a:ext>
            </a:extLst>
          </p:cNvPr>
          <p:cNvCxnSpPr/>
          <p:nvPr/>
        </p:nvCxnSpPr>
        <p:spPr>
          <a:xfrm>
            <a:off x="6259590" y="3012013"/>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1ADE9B37-B560-993F-4B3A-CF3D91D263A1}"/>
              </a:ext>
            </a:extLst>
          </p:cNvPr>
          <p:cNvSpPr txBox="1"/>
          <p:nvPr/>
        </p:nvSpPr>
        <p:spPr>
          <a:xfrm>
            <a:off x="4986614" y="2655671"/>
            <a:ext cx="2367159" cy="369332"/>
          </a:xfrm>
          <a:prstGeom prst="rect">
            <a:avLst/>
          </a:prstGeom>
          <a:noFill/>
        </p:spPr>
        <p:txBody>
          <a:bodyPr wrap="square" rtlCol="0">
            <a:spAutoFit/>
          </a:bodyPr>
          <a:lstStyle/>
          <a:p>
            <a:r>
              <a:rPr lang="en-US" altLang="zh-CN" dirty="0"/>
              <a:t>Any other client in chat</a:t>
            </a:r>
            <a:endParaRPr lang="zh-CN" altLang="en-US" dirty="0"/>
          </a:p>
        </p:txBody>
      </p:sp>
      <p:cxnSp>
        <p:nvCxnSpPr>
          <p:cNvPr id="8" name="直接箭头连接符 11">
            <a:extLst>
              <a:ext uri="{FF2B5EF4-FFF2-40B4-BE49-F238E27FC236}">
                <a16:creationId xmlns:a16="http://schemas.microsoft.com/office/drawing/2014/main" id="{EA411B71-0CED-E5D8-7E95-5DA7FCC4B66A}"/>
              </a:ext>
            </a:extLst>
          </p:cNvPr>
          <p:cNvCxnSpPr/>
          <p:nvPr/>
        </p:nvCxnSpPr>
        <p:spPr>
          <a:xfrm>
            <a:off x="3827437" y="4699536"/>
            <a:ext cx="2412287" cy="5050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 name="文本框 10">
            <a:extLst>
              <a:ext uri="{FF2B5EF4-FFF2-40B4-BE49-F238E27FC236}">
                <a16:creationId xmlns:a16="http://schemas.microsoft.com/office/drawing/2014/main" id="{2559F1D0-D104-FB3C-336A-AB56135A86E0}"/>
              </a:ext>
            </a:extLst>
          </p:cNvPr>
          <p:cNvSpPr txBox="1"/>
          <p:nvPr/>
        </p:nvSpPr>
        <p:spPr>
          <a:xfrm rot="714055">
            <a:off x="4170964" y="4617710"/>
            <a:ext cx="2072821" cy="369332"/>
          </a:xfrm>
          <a:prstGeom prst="rect">
            <a:avLst/>
          </a:prstGeom>
          <a:noFill/>
        </p:spPr>
        <p:txBody>
          <a:bodyPr wrap="square" rtlCol="0">
            <a:spAutoFit/>
          </a:bodyPr>
          <a:lstStyle/>
          <a:p>
            <a:r>
              <a:rPr lang="en-US" altLang="zh-CN" dirty="0"/>
              <a:t>‘xx’ @ all: message</a:t>
            </a:r>
            <a:endParaRPr lang="zh-CN" altLang="en-US" dirty="0"/>
          </a:p>
        </p:txBody>
      </p:sp>
      <p:sp>
        <p:nvSpPr>
          <p:cNvPr id="17" name="文本框 16">
            <a:extLst>
              <a:ext uri="{FF2B5EF4-FFF2-40B4-BE49-F238E27FC236}">
                <a16:creationId xmlns:a16="http://schemas.microsoft.com/office/drawing/2014/main" id="{E8168EDD-CFFF-7EB7-A00D-D2BAE0E69DFA}"/>
              </a:ext>
            </a:extLst>
          </p:cNvPr>
          <p:cNvSpPr txBox="1"/>
          <p:nvPr/>
        </p:nvSpPr>
        <p:spPr>
          <a:xfrm>
            <a:off x="975366" y="5897615"/>
            <a:ext cx="10151999" cy="646331"/>
          </a:xfrm>
          <a:prstGeom prst="rect">
            <a:avLst/>
          </a:prstGeom>
          <a:noFill/>
        </p:spPr>
        <p:txBody>
          <a:bodyPr wrap="square">
            <a:spAutoFit/>
          </a:bodyPr>
          <a:lstStyle/>
          <a:p>
            <a:r>
              <a:rPr lang="en-US" altLang="zh-CN" sz="1800" dirty="0">
                <a:solidFill>
                  <a:srgbClr val="2D3B45"/>
                </a:solidFill>
              </a:rPr>
              <a:t>The TCP connection between each client and server is established after registration and closed when the client exits.</a:t>
            </a:r>
            <a:endParaRPr lang="zh-CN" altLang="en-US" dirty="0"/>
          </a:p>
        </p:txBody>
      </p:sp>
    </p:spTree>
    <p:extLst>
      <p:ext uri="{BB962C8B-B14F-4D97-AF65-F5344CB8AC3E}">
        <p14:creationId xmlns:p14="http://schemas.microsoft.com/office/powerpoint/2010/main" val="2097148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E9CEF-898F-AC55-E54A-5F4EAB66ABF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B2528B6-423A-ED4D-4E88-679C6E8FDEEB}"/>
              </a:ext>
            </a:extLst>
          </p:cNvPr>
          <p:cNvSpPr>
            <a:spLocks noGrp="1"/>
          </p:cNvSpPr>
          <p:nvPr>
            <p:ph type="title"/>
          </p:nvPr>
        </p:nvSpPr>
        <p:spPr/>
        <p:txBody>
          <a:bodyPr/>
          <a:lstStyle/>
          <a:p>
            <a:r>
              <a:rPr lang="en-US" altLang="zh-CN" b="0" i="0" dirty="0">
                <a:effectLst/>
                <a:latin typeface="+mn-lt"/>
              </a:rPr>
              <a:t>Commands about chat</a:t>
            </a:r>
            <a:endParaRPr lang="zh-Hans-HK" altLang="en-US" dirty="0">
              <a:latin typeface="+mn-lt"/>
            </a:endParaRPr>
          </a:p>
        </p:txBody>
      </p:sp>
      <p:sp>
        <p:nvSpPr>
          <p:cNvPr id="3" name="内容占位符 2">
            <a:extLst>
              <a:ext uri="{FF2B5EF4-FFF2-40B4-BE49-F238E27FC236}">
                <a16:creationId xmlns:a16="http://schemas.microsoft.com/office/drawing/2014/main" id="{6BA14290-A9E3-739A-73B1-B70E593BC0C6}"/>
              </a:ext>
            </a:extLst>
          </p:cNvPr>
          <p:cNvSpPr>
            <a:spLocks noGrp="1"/>
          </p:cNvSpPr>
          <p:nvPr>
            <p:ph idx="1"/>
          </p:nvPr>
        </p:nvSpPr>
        <p:spPr>
          <a:xfrm>
            <a:off x="838200" y="1690688"/>
            <a:ext cx="10663989" cy="813826"/>
          </a:xfrm>
        </p:spPr>
        <p:txBody>
          <a:bodyPr>
            <a:noAutofit/>
          </a:bodyPr>
          <a:lstStyle/>
          <a:p>
            <a:pPr marL="0" indent="0" algn="l">
              <a:buNone/>
            </a:pPr>
            <a:r>
              <a:rPr lang="en-US" altLang="zh-CN" sz="2400" b="1" dirty="0">
                <a:solidFill>
                  <a:srgbClr val="2D3B45"/>
                </a:solidFill>
              </a:rPr>
              <a:t>WHO</a:t>
            </a:r>
            <a:r>
              <a:rPr lang="en-US" altLang="zh-CN" sz="2400" dirty="0">
                <a:solidFill>
                  <a:srgbClr val="2D3B45"/>
                </a:solidFill>
              </a:rPr>
              <a:t> is sent to server to get a name list of other clients which enable chat service.</a:t>
            </a:r>
          </a:p>
        </p:txBody>
      </p:sp>
      <p:cxnSp>
        <p:nvCxnSpPr>
          <p:cNvPr id="6" name="直接连接符 5">
            <a:extLst>
              <a:ext uri="{FF2B5EF4-FFF2-40B4-BE49-F238E27FC236}">
                <a16:creationId xmlns:a16="http://schemas.microsoft.com/office/drawing/2014/main" id="{F21DEE7E-ED75-FD3E-6CC4-A9610FBD5F80}"/>
              </a:ext>
            </a:extLst>
          </p:cNvPr>
          <p:cNvCxnSpPr/>
          <p:nvPr/>
        </p:nvCxnSpPr>
        <p:spPr>
          <a:xfrm>
            <a:off x="1415150" y="3025624"/>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F9CB4E9A-6AD8-57B5-9D5A-8917B0536A12}"/>
              </a:ext>
            </a:extLst>
          </p:cNvPr>
          <p:cNvSpPr txBox="1"/>
          <p:nvPr/>
        </p:nvSpPr>
        <p:spPr>
          <a:xfrm>
            <a:off x="975367" y="2655671"/>
            <a:ext cx="914400" cy="369332"/>
          </a:xfrm>
          <a:prstGeom prst="rect">
            <a:avLst/>
          </a:prstGeom>
          <a:noFill/>
        </p:spPr>
        <p:txBody>
          <a:bodyPr wrap="square" rtlCol="0">
            <a:spAutoFit/>
          </a:bodyPr>
          <a:lstStyle/>
          <a:p>
            <a:r>
              <a:rPr lang="en-US" altLang="zh-CN" dirty="0"/>
              <a:t>Client</a:t>
            </a:r>
            <a:endParaRPr lang="zh-CN" altLang="en-US" dirty="0"/>
          </a:p>
        </p:txBody>
      </p:sp>
      <p:cxnSp>
        <p:nvCxnSpPr>
          <p:cNvPr id="9" name="直接连接符 8">
            <a:extLst>
              <a:ext uri="{FF2B5EF4-FFF2-40B4-BE49-F238E27FC236}">
                <a16:creationId xmlns:a16="http://schemas.microsoft.com/office/drawing/2014/main" id="{2E514D26-AB13-8790-ED45-7CBF80093DFA}"/>
              </a:ext>
            </a:extLst>
          </p:cNvPr>
          <p:cNvCxnSpPr/>
          <p:nvPr/>
        </p:nvCxnSpPr>
        <p:spPr>
          <a:xfrm>
            <a:off x="3827437" y="3012014"/>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4E40E70-D7CC-EB10-E731-6A6809384268}"/>
              </a:ext>
            </a:extLst>
          </p:cNvPr>
          <p:cNvSpPr txBox="1"/>
          <p:nvPr/>
        </p:nvSpPr>
        <p:spPr>
          <a:xfrm>
            <a:off x="3378945" y="2655671"/>
            <a:ext cx="914400" cy="369332"/>
          </a:xfrm>
          <a:prstGeom prst="rect">
            <a:avLst/>
          </a:prstGeom>
          <a:noFill/>
        </p:spPr>
        <p:txBody>
          <a:bodyPr wrap="square" rtlCol="0">
            <a:spAutoFit/>
          </a:bodyPr>
          <a:lstStyle/>
          <a:p>
            <a:r>
              <a:rPr lang="en-US" altLang="zh-CN" dirty="0"/>
              <a:t>Server</a:t>
            </a:r>
            <a:endParaRPr lang="zh-CN" altLang="en-US" dirty="0"/>
          </a:p>
        </p:txBody>
      </p:sp>
      <p:cxnSp>
        <p:nvCxnSpPr>
          <p:cNvPr id="12" name="直接箭头连接符 11">
            <a:extLst>
              <a:ext uri="{FF2B5EF4-FFF2-40B4-BE49-F238E27FC236}">
                <a16:creationId xmlns:a16="http://schemas.microsoft.com/office/drawing/2014/main" id="{53F800BB-BE39-5190-B841-F3DA2E735418}"/>
              </a:ext>
            </a:extLst>
          </p:cNvPr>
          <p:cNvCxnSpPr/>
          <p:nvPr/>
        </p:nvCxnSpPr>
        <p:spPr>
          <a:xfrm>
            <a:off x="1423858" y="3736306"/>
            <a:ext cx="2412287" cy="5050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文本框 13">
            <a:extLst>
              <a:ext uri="{FF2B5EF4-FFF2-40B4-BE49-F238E27FC236}">
                <a16:creationId xmlns:a16="http://schemas.microsoft.com/office/drawing/2014/main" id="{FB7C25ED-E8E8-5CBE-0A31-7B4BB212E49A}"/>
              </a:ext>
            </a:extLst>
          </p:cNvPr>
          <p:cNvSpPr txBox="1"/>
          <p:nvPr/>
        </p:nvSpPr>
        <p:spPr>
          <a:xfrm rot="714055">
            <a:off x="1771639" y="3613667"/>
            <a:ext cx="1676999" cy="369332"/>
          </a:xfrm>
          <a:prstGeom prst="rect">
            <a:avLst/>
          </a:prstGeom>
          <a:noFill/>
        </p:spPr>
        <p:txBody>
          <a:bodyPr wrap="square" rtlCol="0">
            <a:spAutoFit/>
          </a:bodyPr>
          <a:lstStyle/>
          <a:p>
            <a:r>
              <a:rPr lang="en-US" altLang="zh-CN" dirty="0"/>
              <a:t>WHO</a:t>
            </a:r>
            <a:endParaRPr lang="zh-CN" altLang="en-US" dirty="0"/>
          </a:p>
        </p:txBody>
      </p:sp>
      <p:sp>
        <p:nvSpPr>
          <p:cNvPr id="13" name="文本框 12">
            <a:extLst>
              <a:ext uri="{FF2B5EF4-FFF2-40B4-BE49-F238E27FC236}">
                <a16:creationId xmlns:a16="http://schemas.microsoft.com/office/drawing/2014/main" id="{B236BE74-9035-FA22-8E8C-E857F4F6D22F}"/>
              </a:ext>
            </a:extLst>
          </p:cNvPr>
          <p:cNvSpPr txBox="1"/>
          <p:nvPr/>
        </p:nvSpPr>
        <p:spPr>
          <a:xfrm rot="20986711">
            <a:off x="1426354" y="4323622"/>
            <a:ext cx="2717759" cy="369332"/>
          </a:xfrm>
          <a:prstGeom prst="rect">
            <a:avLst/>
          </a:prstGeom>
          <a:noFill/>
        </p:spPr>
        <p:txBody>
          <a:bodyPr wrap="square" rtlCol="0">
            <a:spAutoFit/>
          </a:bodyPr>
          <a:lstStyle/>
          <a:p>
            <a:r>
              <a:rPr lang="en-US" altLang="zh-CN" dirty="0"/>
              <a:t>Users in chat: ‘a’ ‘b’ ‘c’</a:t>
            </a:r>
            <a:endParaRPr lang="zh-CN" altLang="en-US" dirty="0"/>
          </a:p>
        </p:txBody>
      </p:sp>
      <p:cxnSp>
        <p:nvCxnSpPr>
          <p:cNvPr id="15" name="直接箭头连接符 20">
            <a:extLst>
              <a:ext uri="{FF2B5EF4-FFF2-40B4-BE49-F238E27FC236}">
                <a16:creationId xmlns:a16="http://schemas.microsoft.com/office/drawing/2014/main" id="{8F0A0454-3C0B-E0F0-D428-AD44A0C88480}"/>
              </a:ext>
            </a:extLst>
          </p:cNvPr>
          <p:cNvCxnSpPr/>
          <p:nvPr/>
        </p:nvCxnSpPr>
        <p:spPr>
          <a:xfrm flipH="1">
            <a:off x="1441275" y="4434107"/>
            <a:ext cx="2394870" cy="4464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23279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2264D-6A13-0AC9-81BB-DF76B1D0B04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24E4E0B-6844-9396-04F6-0AB5D0F763C1}"/>
              </a:ext>
            </a:extLst>
          </p:cNvPr>
          <p:cNvSpPr>
            <a:spLocks noGrp="1"/>
          </p:cNvSpPr>
          <p:nvPr>
            <p:ph type="title"/>
          </p:nvPr>
        </p:nvSpPr>
        <p:spPr/>
        <p:txBody>
          <a:bodyPr/>
          <a:lstStyle/>
          <a:p>
            <a:r>
              <a:rPr lang="en-US" altLang="zh-CN" b="0" i="0" dirty="0">
                <a:effectLst/>
                <a:latin typeface="+mn-lt"/>
              </a:rPr>
              <a:t>Commands about chat</a:t>
            </a:r>
            <a:endParaRPr lang="zh-Hans-HK" altLang="en-US" dirty="0">
              <a:latin typeface="+mn-lt"/>
            </a:endParaRPr>
          </a:p>
        </p:txBody>
      </p:sp>
      <p:sp>
        <p:nvSpPr>
          <p:cNvPr id="3" name="内容占位符 2">
            <a:extLst>
              <a:ext uri="{FF2B5EF4-FFF2-40B4-BE49-F238E27FC236}">
                <a16:creationId xmlns:a16="http://schemas.microsoft.com/office/drawing/2014/main" id="{7E3FA0A4-632C-7A76-216F-AE36EBD41A2E}"/>
              </a:ext>
            </a:extLst>
          </p:cNvPr>
          <p:cNvSpPr>
            <a:spLocks noGrp="1"/>
          </p:cNvSpPr>
          <p:nvPr>
            <p:ph idx="1"/>
          </p:nvPr>
        </p:nvSpPr>
        <p:spPr>
          <a:xfrm>
            <a:off x="838200" y="1690688"/>
            <a:ext cx="10663989" cy="813826"/>
          </a:xfrm>
        </p:spPr>
        <p:txBody>
          <a:bodyPr>
            <a:noAutofit/>
          </a:bodyPr>
          <a:lstStyle/>
          <a:p>
            <a:pPr marL="0" indent="0" algn="l">
              <a:buNone/>
            </a:pPr>
            <a:r>
              <a:rPr lang="en-US" altLang="zh-CN" sz="2400" b="1" dirty="0">
                <a:solidFill>
                  <a:srgbClr val="2D3B45"/>
                </a:solidFill>
              </a:rPr>
              <a:t>@</a:t>
            </a:r>
            <a:r>
              <a:rPr lang="en-US" altLang="zh-CN" sz="2400" dirty="0">
                <a:solidFill>
                  <a:srgbClr val="2D3B45"/>
                </a:solidFill>
              </a:rPr>
              <a:t> is sent to server to forward a message to the specified client with the name.</a:t>
            </a:r>
          </a:p>
        </p:txBody>
      </p:sp>
      <p:cxnSp>
        <p:nvCxnSpPr>
          <p:cNvPr id="6" name="直接连接符 5">
            <a:extLst>
              <a:ext uri="{FF2B5EF4-FFF2-40B4-BE49-F238E27FC236}">
                <a16:creationId xmlns:a16="http://schemas.microsoft.com/office/drawing/2014/main" id="{575D63A7-1C19-084D-49AA-FC92A9D6A0DE}"/>
              </a:ext>
            </a:extLst>
          </p:cNvPr>
          <p:cNvCxnSpPr/>
          <p:nvPr/>
        </p:nvCxnSpPr>
        <p:spPr>
          <a:xfrm>
            <a:off x="1415150" y="3025624"/>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FF0A001D-9F51-36C7-DB92-6883C816EC1C}"/>
              </a:ext>
            </a:extLst>
          </p:cNvPr>
          <p:cNvSpPr txBox="1"/>
          <p:nvPr/>
        </p:nvSpPr>
        <p:spPr>
          <a:xfrm>
            <a:off x="975366" y="2655671"/>
            <a:ext cx="1244401" cy="369332"/>
          </a:xfrm>
          <a:prstGeom prst="rect">
            <a:avLst/>
          </a:prstGeom>
          <a:noFill/>
        </p:spPr>
        <p:txBody>
          <a:bodyPr wrap="square" rtlCol="0">
            <a:spAutoFit/>
          </a:bodyPr>
          <a:lstStyle/>
          <a:p>
            <a:r>
              <a:rPr lang="en-US" altLang="zh-CN" dirty="0"/>
              <a:t>Client ‘aa’</a:t>
            </a:r>
            <a:endParaRPr lang="zh-CN" altLang="en-US" dirty="0"/>
          </a:p>
        </p:txBody>
      </p:sp>
      <p:cxnSp>
        <p:nvCxnSpPr>
          <p:cNvPr id="9" name="直接连接符 8">
            <a:extLst>
              <a:ext uri="{FF2B5EF4-FFF2-40B4-BE49-F238E27FC236}">
                <a16:creationId xmlns:a16="http://schemas.microsoft.com/office/drawing/2014/main" id="{471E78DB-8F2C-C8C9-D4AA-EBC67142918B}"/>
              </a:ext>
            </a:extLst>
          </p:cNvPr>
          <p:cNvCxnSpPr/>
          <p:nvPr/>
        </p:nvCxnSpPr>
        <p:spPr>
          <a:xfrm>
            <a:off x="3827437" y="3012014"/>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9C1ADC16-A75A-9EEB-3FF9-8B0BADD91CF8}"/>
              </a:ext>
            </a:extLst>
          </p:cNvPr>
          <p:cNvSpPr txBox="1"/>
          <p:nvPr/>
        </p:nvSpPr>
        <p:spPr>
          <a:xfrm>
            <a:off x="3378945" y="2655671"/>
            <a:ext cx="914400" cy="369332"/>
          </a:xfrm>
          <a:prstGeom prst="rect">
            <a:avLst/>
          </a:prstGeom>
          <a:noFill/>
        </p:spPr>
        <p:txBody>
          <a:bodyPr wrap="square" rtlCol="0">
            <a:spAutoFit/>
          </a:bodyPr>
          <a:lstStyle/>
          <a:p>
            <a:r>
              <a:rPr lang="en-US" altLang="zh-CN" dirty="0"/>
              <a:t>Server</a:t>
            </a:r>
            <a:endParaRPr lang="zh-CN" altLang="en-US" dirty="0"/>
          </a:p>
        </p:txBody>
      </p:sp>
      <p:cxnSp>
        <p:nvCxnSpPr>
          <p:cNvPr id="12" name="直接箭头连接符 11">
            <a:extLst>
              <a:ext uri="{FF2B5EF4-FFF2-40B4-BE49-F238E27FC236}">
                <a16:creationId xmlns:a16="http://schemas.microsoft.com/office/drawing/2014/main" id="{0EAFB5CE-870F-939F-9B2E-968AD8EC234D}"/>
              </a:ext>
            </a:extLst>
          </p:cNvPr>
          <p:cNvCxnSpPr/>
          <p:nvPr/>
        </p:nvCxnSpPr>
        <p:spPr>
          <a:xfrm>
            <a:off x="1423858" y="3736306"/>
            <a:ext cx="2412287" cy="5050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文本框 13">
            <a:extLst>
              <a:ext uri="{FF2B5EF4-FFF2-40B4-BE49-F238E27FC236}">
                <a16:creationId xmlns:a16="http://schemas.microsoft.com/office/drawing/2014/main" id="{3D9214EB-3A6A-87AF-24A2-8699AC932CE3}"/>
              </a:ext>
            </a:extLst>
          </p:cNvPr>
          <p:cNvSpPr txBox="1"/>
          <p:nvPr/>
        </p:nvSpPr>
        <p:spPr>
          <a:xfrm rot="714055">
            <a:off x="1771639" y="3613667"/>
            <a:ext cx="1676999" cy="369332"/>
          </a:xfrm>
          <a:prstGeom prst="rect">
            <a:avLst/>
          </a:prstGeom>
          <a:noFill/>
        </p:spPr>
        <p:txBody>
          <a:bodyPr wrap="square" rtlCol="0">
            <a:spAutoFit/>
          </a:bodyPr>
          <a:lstStyle/>
          <a:p>
            <a:r>
              <a:rPr lang="en-US" altLang="zh-CN" dirty="0"/>
              <a:t>@’</a:t>
            </a:r>
            <a:r>
              <a:rPr lang="en-US" altLang="zh-CN" dirty="0" err="1"/>
              <a:t>bb’message</a:t>
            </a:r>
            <a:endParaRPr lang="zh-CN" altLang="en-US" dirty="0"/>
          </a:p>
        </p:txBody>
      </p:sp>
      <p:cxnSp>
        <p:nvCxnSpPr>
          <p:cNvPr id="4" name="直接连接符 8">
            <a:extLst>
              <a:ext uri="{FF2B5EF4-FFF2-40B4-BE49-F238E27FC236}">
                <a16:creationId xmlns:a16="http://schemas.microsoft.com/office/drawing/2014/main" id="{D1B6EAFE-1E7B-986D-6543-74D6F142764A}"/>
              </a:ext>
            </a:extLst>
          </p:cNvPr>
          <p:cNvCxnSpPr/>
          <p:nvPr/>
        </p:nvCxnSpPr>
        <p:spPr>
          <a:xfrm>
            <a:off x="6259590" y="3012013"/>
            <a:ext cx="17417" cy="270714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43070463-894F-2F1F-AE4D-2627C77F0FA5}"/>
              </a:ext>
            </a:extLst>
          </p:cNvPr>
          <p:cNvSpPr txBox="1"/>
          <p:nvPr/>
        </p:nvSpPr>
        <p:spPr>
          <a:xfrm>
            <a:off x="4986614" y="2655671"/>
            <a:ext cx="2367159" cy="369332"/>
          </a:xfrm>
          <a:prstGeom prst="rect">
            <a:avLst/>
          </a:prstGeom>
          <a:noFill/>
        </p:spPr>
        <p:txBody>
          <a:bodyPr wrap="square" rtlCol="0">
            <a:spAutoFit/>
          </a:bodyPr>
          <a:lstStyle/>
          <a:p>
            <a:r>
              <a:rPr lang="en-US" altLang="zh-CN" dirty="0"/>
              <a:t>The specified client ‘bb’</a:t>
            </a:r>
            <a:endParaRPr lang="zh-CN" altLang="en-US" dirty="0"/>
          </a:p>
        </p:txBody>
      </p:sp>
      <p:cxnSp>
        <p:nvCxnSpPr>
          <p:cNvPr id="8" name="直接箭头连接符 11">
            <a:extLst>
              <a:ext uri="{FF2B5EF4-FFF2-40B4-BE49-F238E27FC236}">
                <a16:creationId xmlns:a16="http://schemas.microsoft.com/office/drawing/2014/main" id="{FAC80B0D-7B41-1616-555C-E14C370AC70E}"/>
              </a:ext>
            </a:extLst>
          </p:cNvPr>
          <p:cNvCxnSpPr/>
          <p:nvPr/>
        </p:nvCxnSpPr>
        <p:spPr>
          <a:xfrm>
            <a:off x="3827437" y="4699536"/>
            <a:ext cx="2412287" cy="5050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 name="文本框 10">
            <a:extLst>
              <a:ext uri="{FF2B5EF4-FFF2-40B4-BE49-F238E27FC236}">
                <a16:creationId xmlns:a16="http://schemas.microsoft.com/office/drawing/2014/main" id="{71F2BB67-5F72-D9A0-2214-82FE3C18984C}"/>
              </a:ext>
            </a:extLst>
          </p:cNvPr>
          <p:cNvSpPr txBox="1"/>
          <p:nvPr/>
        </p:nvSpPr>
        <p:spPr>
          <a:xfrm rot="714055">
            <a:off x="3907041" y="4590202"/>
            <a:ext cx="2339611" cy="369332"/>
          </a:xfrm>
          <a:prstGeom prst="rect">
            <a:avLst/>
          </a:prstGeom>
          <a:noFill/>
        </p:spPr>
        <p:txBody>
          <a:bodyPr wrap="square" rtlCol="0">
            <a:spAutoFit/>
          </a:bodyPr>
          <a:lstStyle/>
          <a:p>
            <a:r>
              <a:rPr lang="en-US" altLang="zh-CN" dirty="0"/>
              <a:t>‘aa’ @ you: message</a:t>
            </a:r>
            <a:endParaRPr lang="zh-CN" altLang="en-US" dirty="0"/>
          </a:p>
        </p:txBody>
      </p:sp>
    </p:spTree>
    <p:extLst>
      <p:ext uri="{BB962C8B-B14F-4D97-AF65-F5344CB8AC3E}">
        <p14:creationId xmlns:p14="http://schemas.microsoft.com/office/powerpoint/2010/main" val="2354574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B7FF5-8E4B-6A18-799B-A6D7AA30A41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3BF88CA-40DC-F3CB-843D-EB0CCD641863}"/>
              </a:ext>
            </a:extLst>
          </p:cNvPr>
          <p:cNvSpPr>
            <a:spLocks noGrp="1"/>
          </p:cNvSpPr>
          <p:nvPr>
            <p:ph type="title"/>
          </p:nvPr>
        </p:nvSpPr>
        <p:spPr/>
        <p:txBody>
          <a:bodyPr/>
          <a:lstStyle/>
          <a:p>
            <a:r>
              <a:rPr lang="en-US" altLang="zh-CN" b="0" i="0" dirty="0">
                <a:effectLst/>
                <a:latin typeface="+mn-lt"/>
              </a:rPr>
              <a:t>A demo</a:t>
            </a:r>
            <a:endParaRPr lang="zh-Hans-HK" altLang="en-US" dirty="0">
              <a:latin typeface="+mn-lt"/>
            </a:endParaRPr>
          </a:p>
        </p:txBody>
      </p:sp>
      <p:pic>
        <p:nvPicPr>
          <p:cNvPr id="5" name="demo-compressed.mp4">
            <a:hlinkClick r:id="" action="ppaction://media"/>
            <a:extLst>
              <a:ext uri="{FF2B5EF4-FFF2-40B4-BE49-F238E27FC236}">
                <a16:creationId xmlns:a16="http://schemas.microsoft.com/office/drawing/2014/main" id="{27E8C194-CC3B-B2D5-A046-675AB368AB90}"/>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2106422" y="1506357"/>
            <a:ext cx="7979156" cy="4986518"/>
          </a:xfrm>
        </p:spPr>
      </p:pic>
    </p:spTree>
    <p:extLst>
      <p:ext uri="{BB962C8B-B14F-4D97-AF65-F5344CB8AC3E}">
        <p14:creationId xmlns:p14="http://schemas.microsoft.com/office/powerpoint/2010/main" val="2763116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1979"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30BF0-B55C-D628-750D-50B7D93E0587}"/>
              </a:ext>
            </a:extLst>
          </p:cNvPr>
          <p:cNvSpPr>
            <a:spLocks noGrp="1"/>
          </p:cNvSpPr>
          <p:nvPr>
            <p:ph type="title"/>
          </p:nvPr>
        </p:nvSpPr>
        <p:spPr/>
        <p:txBody>
          <a:bodyPr/>
          <a:lstStyle/>
          <a:p>
            <a:r>
              <a:rPr lang="en-US" altLang="zh-Hans-HK" b="0" i="0">
                <a:effectLst/>
                <a:latin typeface="+mn-lt"/>
              </a:rPr>
              <a:t>Programming </a:t>
            </a:r>
            <a:r>
              <a:rPr lang="en-US" altLang="zh-CN"/>
              <a:t>project</a:t>
            </a:r>
            <a:r>
              <a:rPr lang="en-US" altLang="zh-Hans-HK" b="0" i="0">
                <a:effectLst/>
                <a:latin typeface="+mn-lt"/>
              </a:rPr>
              <a:t> description</a:t>
            </a:r>
            <a:endParaRPr lang="zh-Hans-HK" altLang="en-US">
              <a:latin typeface="+mn-lt"/>
            </a:endParaRPr>
          </a:p>
        </p:txBody>
      </p:sp>
      <p:sp>
        <p:nvSpPr>
          <p:cNvPr id="3" name="内容占位符 2">
            <a:extLst>
              <a:ext uri="{FF2B5EF4-FFF2-40B4-BE49-F238E27FC236}">
                <a16:creationId xmlns:a16="http://schemas.microsoft.com/office/drawing/2014/main" id="{D38EA0CF-5F2E-CE36-4D78-DDEDB1FF8A14}"/>
              </a:ext>
            </a:extLst>
          </p:cNvPr>
          <p:cNvSpPr>
            <a:spLocks noGrp="1"/>
          </p:cNvSpPr>
          <p:nvPr>
            <p:ph idx="1"/>
          </p:nvPr>
        </p:nvSpPr>
        <p:spPr>
          <a:xfrm>
            <a:off x="838200" y="1367554"/>
            <a:ext cx="11084859" cy="5571127"/>
          </a:xfrm>
        </p:spPr>
        <p:txBody>
          <a:bodyPr>
            <a:noAutofit/>
          </a:bodyPr>
          <a:lstStyle/>
          <a:p>
            <a:pPr marL="0" indent="0" algn="l">
              <a:buNone/>
            </a:pPr>
            <a:r>
              <a:rPr lang="en-US" altLang="zh-Hans-HK" sz="2400" b="1" i="0" u="sng" dirty="0">
                <a:solidFill>
                  <a:srgbClr val="2D3B45"/>
                </a:solidFill>
                <a:effectLst/>
              </a:rPr>
              <a:t>Requirements</a:t>
            </a:r>
            <a:r>
              <a:rPr lang="en-US" altLang="zh-Hans-HK" sz="2400" b="1" i="0" dirty="0">
                <a:solidFill>
                  <a:srgbClr val="2D3B45"/>
                </a:solidFill>
                <a:effectLst/>
              </a:rPr>
              <a:t>:</a:t>
            </a:r>
          </a:p>
          <a:p>
            <a:pPr algn="l">
              <a:buFont typeface="Arial" panose="020B0604020202020204" pitchFamily="34" charset="0"/>
              <a:buChar char="•"/>
            </a:pPr>
            <a:r>
              <a:rPr lang="en-US" altLang="zh-Hans-HK" sz="2400" b="0" i="0" dirty="0">
                <a:solidFill>
                  <a:srgbClr val="2D3B45"/>
                </a:solidFill>
                <a:effectLst/>
              </a:rPr>
              <a:t>Programming must be in C.</a:t>
            </a:r>
          </a:p>
          <a:p>
            <a:pPr algn="l">
              <a:buFont typeface="Arial" panose="020B0604020202020204" pitchFamily="34" charset="0"/>
              <a:buChar char="•"/>
            </a:pPr>
            <a:r>
              <a:rPr lang="en-US" altLang="zh-Hans-HK" sz="2400" b="0" i="0" dirty="0">
                <a:solidFill>
                  <a:srgbClr val="2D3B45"/>
                </a:solidFill>
                <a:effectLst/>
              </a:rPr>
              <a:t>You must implement rdt3.0 based on UDP to deal with </a:t>
            </a:r>
            <a:r>
              <a:rPr lang="en-US" altLang="zh-CN" sz="2400" b="0" i="0" dirty="0">
                <a:solidFill>
                  <a:srgbClr val="2D3B45"/>
                </a:solidFill>
                <a:effectLst/>
              </a:rPr>
              <a:t>commands about services and file sharing. </a:t>
            </a:r>
            <a:r>
              <a:rPr lang="en-US" altLang="zh-CN" sz="2400" dirty="0">
                <a:solidFill>
                  <a:srgbClr val="2D3B45"/>
                </a:solidFill>
              </a:rPr>
              <a:t>For chat, </a:t>
            </a:r>
            <a:r>
              <a:rPr lang="en-US" altLang="zh-CN" sz="2400" b="0" i="0" dirty="0">
                <a:solidFill>
                  <a:srgbClr val="2D3B45"/>
                </a:solidFill>
                <a:effectLst/>
              </a:rPr>
              <a:t>the three commands should be implemented with TCP.</a:t>
            </a:r>
            <a:endParaRPr lang="en-US" altLang="zh-Hans-HK" sz="2400" b="0" i="0" dirty="0">
              <a:solidFill>
                <a:srgbClr val="2D3B45"/>
              </a:solidFill>
              <a:effectLst/>
            </a:endParaRPr>
          </a:p>
          <a:p>
            <a:pPr algn="l">
              <a:buFont typeface="Arial" panose="020B0604020202020204" pitchFamily="34" charset="0"/>
              <a:buChar char="•"/>
            </a:pPr>
            <a:r>
              <a:rPr lang="en-US" altLang="zh-Hans-HK" sz="2400" dirty="0">
                <a:solidFill>
                  <a:srgbClr val="2D3B45"/>
                </a:solidFill>
              </a:rPr>
              <a:t>The server should be able to provide services to multiple clients simultaneously. That means it should provide a concurrent rdt3.0 based on UDP</a:t>
            </a:r>
            <a:r>
              <a:rPr lang="en-US" altLang="zh-CN" sz="2400" dirty="0">
                <a:solidFill>
                  <a:srgbClr val="2D3B45"/>
                </a:solidFill>
              </a:rPr>
              <a:t> for file sharing, and concurrency on TCP using poll() for chat.</a:t>
            </a:r>
            <a:endParaRPr lang="en-US" altLang="zh-Hans-HK" sz="2400" b="0" i="0" dirty="0">
              <a:solidFill>
                <a:srgbClr val="2D3B45"/>
              </a:solidFill>
              <a:effectLst/>
            </a:endParaRPr>
          </a:p>
          <a:p>
            <a:pPr algn="l">
              <a:buFont typeface="Arial" panose="020B0604020202020204" pitchFamily="34" charset="0"/>
              <a:buChar char="•"/>
            </a:pPr>
            <a:r>
              <a:rPr lang="en-US" altLang="zh-Hans-HK" sz="2400" b="0" i="0" dirty="0">
                <a:solidFill>
                  <a:srgbClr val="2D3B45"/>
                </a:solidFill>
                <a:effectLst/>
              </a:rPr>
              <a:t>You must implement a p2p server and p2p client in “client.c”. Start the p2p server using the multi-thread function when the client get started.</a:t>
            </a:r>
          </a:p>
          <a:p>
            <a:pPr algn="l">
              <a:buFont typeface="Arial" panose="020B0604020202020204" pitchFamily="34" charset="0"/>
              <a:buChar char="•"/>
            </a:pPr>
            <a:r>
              <a:rPr lang="en-US" altLang="zh-Hans-HK" sz="2400" b="0" i="0" dirty="0">
                <a:solidFill>
                  <a:srgbClr val="2D3B45"/>
                </a:solidFill>
                <a:effectLst/>
              </a:rPr>
              <a:t>The p2p server</a:t>
            </a:r>
            <a:r>
              <a:rPr lang="en-US" altLang="zh-CN" sz="2400" b="0" i="0" dirty="0">
                <a:solidFill>
                  <a:srgbClr val="2D3B45"/>
                </a:solidFill>
                <a:effectLst/>
              </a:rPr>
              <a:t> and the chat server</a:t>
            </a:r>
            <a:r>
              <a:rPr lang="en-US" altLang="zh-Hans-HK" sz="2400" b="0" i="0" dirty="0">
                <a:solidFill>
                  <a:srgbClr val="2D3B45"/>
                </a:solidFill>
                <a:effectLst/>
              </a:rPr>
              <a:t> must be based on poll() to enable concurrency.</a:t>
            </a:r>
          </a:p>
          <a:p>
            <a:pPr algn="l">
              <a:buFont typeface="Arial" panose="020B0604020202020204" pitchFamily="34" charset="0"/>
              <a:buChar char="•"/>
            </a:pPr>
            <a:r>
              <a:rPr lang="en-US" altLang="zh-Hans-HK" sz="2400" dirty="0">
                <a:solidFill>
                  <a:srgbClr val="2D3B45"/>
                </a:solidFill>
              </a:rPr>
              <a:t>The submission contains “client.c”</a:t>
            </a:r>
            <a:r>
              <a:rPr lang="en-US" altLang="zh-CN" sz="2400" dirty="0">
                <a:solidFill>
                  <a:srgbClr val="2D3B45"/>
                </a:solidFill>
              </a:rPr>
              <a:t>, </a:t>
            </a:r>
            <a:r>
              <a:rPr lang="en-US" altLang="zh-Hans-HK" sz="2400" dirty="0">
                <a:solidFill>
                  <a:srgbClr val="2D3B45"/>
                </a:solidFill>
              </a:rPr>
              <a:t>“server.c”</a:t>
            </a:r>
            <a:r>
              <a:rPr lang="en-US" altLang="zh-CN" sz="2400" dirty="0">
                <a:solidFill>
                  <a:srgbClr val="2D3B45"/>
                </a:solidFill>
              </a:rPr>
              <a:t>, and</a:t>
            </a:r>
            <a:r>
              <a:rPr lang="en-US" altLang="zh-Hans-HK" sz="2400" dirty="0">
                <a:solidFill>
                  <a:srgbClr val="2D3B45"/>
                </a:solidFill>
              </a:rPr>
              <a:t> </a:t>
            </a:r>
            <a:r>
              <a:rPr lang="en-US" altLang="zh-CN" sz="2400" dirty="0">
                <a:solidFill>
                  <a:srgbClr val="2D3B45"/>
                </a:solidFill>
              </a:rPr>
              <a:t>a report “&lt;your student id&gt;.pdf”.</a:t>
            </a:r>
          </a:p>
          <a:p>
            <a:pPr algn="l">
              <a:buFont typeface="Arial" panose="020B0604020202020204" pitchFamily="34" charset="0"/>
              <a:buChar char="•"/>
            </a:pPr>
            <a:r>
              <a:rPr lang="en-US" altLang="zh-CN" sz="2400">
                <a:solidFill>
                  <a:srgbClr val="2D3B45"/>
                </a:solidFill>
              </a:rPr>
              <a:t>Your </a:t>
            </a:r>
            <a:r>
              <a:rPr lang="en-US" altLang="zh-Hans-HK" sz="2400">
                <a:solidFill>
                  <a:srgbClr val="2D3B45"/>
                </a:solidFill>
              </a:rPr>
              <a:t>code </a:t>
            </a:r>
            <a:r>
              <a:rPr lang="en-US" altLang="zh-Hans-HK" sz="2400" dirty="0">
                <a:solidFill>
                  <a:srgbClr val="2D3B45"/>
                </a:solidFill>
              </a:rPr>
              <a:t>is only required to process valid commands.</a:t>
            </a:r>
            <a:endParaRPr lang="en-US" altLang="zh-Hans-HK" sz="2400" b="0" i="0" dirty="0">
              <a:solidFill>
                <a:srgbClr val="2D3B45"/>
              </a:solidFill>
              <a:effectLst/>
            </a:endParaRPr>
          </a:p>
        </p:txBody>
      </p:sp>
    </p:spTree>
    <p:extLst>
      <p:ext uri="{BB962C8B-B14F-4D97-AF65-F5344CB8AC3E}">
        <p14:creationId xmlns:p14="http://schemas.microsoft.com/office/powerpoint/2010/main" val="155595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9AC621-4B1B-EAB5-90FA-7385501E2BD8}"/>
              </a:ext>
            </a:extLst>
          </p:cNvPr>
          <p:cNvSpPr>
            <a:spLocks noGrp="1"/>
          </p:cNvSpPr>
          <p:nvPr>
            <p:ph type="title"/>
          </p:nvPr>
        </p:nvSpPr>
        <p:spPr/>
        <p:txBody>
          <a:bodyPr/>
          <a:lstStyle/>
          <a:p>
            <a:r>
              <a:rPr lang="en-US" altLang="zh-Hans-HK"/>
              <a:t>Skeletons of codes</a:t>
            </a:r>
            <a:endParaRPr lang="zh-Hans-HK" altLang="en-US"/>
          </a:p>
        </p:txBody>
      </p:sp>
      <p:sp>
        <p:nvSpPr>
          <p:cNvPr id="3" name="内容占位符 2">
            <a:extLst>
              <a:ext uri="{FF2B5EF4-FFF2-40B4-BE49-F238E27FC236}">
                <a16:creationId xmlns:a16="http://schemas.microsoft.com/office/drawing/2014/main" id="{FF0F3990-30F3-1070-807A-514F3B80B794}"/>
              </a:ext>
            </a:extLst>
          </p:cNvPr>
          <p:cNvSpPr>
            <a:spLocks noGrp="1"/>
          </p:cNvSpPr>
          <p:nvPr>
            <p:ph idx="1"/>
          </p:nvPr>
        </p:nvSpPr>
        <p:spPr>
          <a:xfrm>
            <a:off x="838200" y="1710292"/>
            <a:ext cx="10515600" cy="750521"/>
          </a:xfrm>
        </p:spPr>
        <p:txBody>
          <a:bodyPr>
            <a:normAutofit/>
          </a:bodyPr>
          <a:lstStyle/>
          <a:p>
            <a:r>
              <a:rPr lang="en-US" altLang="zh-Hans-HK" sz="2400" b="0" i="0">
                <a:solidFill>
                  <a:srgbClr val="2D3B45"/>
                </a:solidFill>
                <a:effectLst/>
              </a:rPr>
              <a:t>Skeletons for the client and the server are provided for you</a:t>
            </a:r>
            <a:r>
              <a:rPr lang="en-US" altLang="zh-Hans-HK" sz="2400">
                <a:solidFill>
                  <a:srgbClr val="2D3B45"/>
                </a:solidFill>
              </a:rPr>
              <a:t> in the ./skeleton/ folder.</a:t>
            </a:r>
          </a:p>
          <a:p>
            <a:endParaRPr lang="en-US" altLang="zh-Hans-HK" sz="2400" b="0" i="0">
              <a:solidFill>
                <a:srgbClr val="2D3B45"/>
              </a:solidFill>
              <a:effectLst/>
            </a:endParaRPr>
          </a:p>
          <a:p>
            <a:endParaRPr lang="en-US" altLang="zh-Hans-HK" sz="2400">
              <a:solidFill>
                <a:srgbClr val="2D3B45"/>
              </a:solidFill>
            </a:endParaRPr>
          </a:p>
          <a:p>
            <a:endParaRPr lang="zh-Hans-HK" altLang="en-US" sz="2400"/>
          </a:p>
        </p:txBody>
      </p:sp>
      <p:sp>
        <p:nvSpPr>
          <p:cNvPr id="4" name="矩形 3"/>
          <p:cNvSpPr/>
          <p:nvPr/>
        </p:nvSpPr>
        <p:spPr>
          <a:xfrm>
            <a:off x="2971801" y="2726601"/>
            <a:ext cx="5943600" cy="2677656"/>
          </a:xfrm>
          <a:prstGeom prst="rect">
            <a:avLst/>
          </a:prstGeom>
        </p:spPr>
        <p:txBody>
          <a:bodyPr wrap="square">
            <a:spAutoFit/>
          </a:bodyPr>
          <a:lstStyle/>
          <a:p>
            <a:r>
              <a:rPr lang="zh-CN" altLang="en-US" sz="1400">
                <a:latin typeface="Cascadia Code" panose="020B0609020000020004" pitchFamily="49" charset="0"/>
                <a:cs typeface="Cascadia Code" panose="020B0609020000020004" pitchFamily="49" charset="0"/>
              </a:rPr>
              <a:t>/***********************************************</a:t>
            </a:r>
            <a:endParaRPr lang="en-US" altLang="zh-CN" sz="140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1400">
                <a:latin typeface="Cascadia Code" panose="020B0609020000020004" pitchFamily="49" charset="0"/>
                <a:ea typeface="Cascadia Code" panose="020B0609020000020004" pitchFamily="49" charset="0"/>
                <a:cs typeface="Cascadia Code" panose="020B0609020000020004" pitchFamily="49" charset="0"/>
              </a:rPr>
              <a:t>* </a:t>
            </a:r>
            <a:r>
              <a:rPr lang="zh-CN" altLang="en-US" sz="1400">
                <a:latin typeface="Cascadia Code" panose="020B0609020000020004" pitchFamily="49" charset="0"/>
                <a:cs typeface="Cascadia Code" panose="020B0609020000020004" pitchFamily="49" charset="0"/>
              </a:rPr>
              <a:t>Refer to REGISTER implementation above and</a:t>
            </a:r>
            <a:endParaRPr lang="en-US" altLang="zh-CN" sz="140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1400">
                <a:latin typeface="Cascadia Code" panose="020B0609020000020004" pitchFamily="49" charset="0"/>
                <a:ea typeface="Cascadia Code" panose="020B0609020000020004" pitchFamily="49" charset="0"/>
                <a:cs typeface="Cascadia Code" panose="020B0609020000020004" pitchFamily="49" charset="0"/>
              </a:rPr>
              <a:t>* </a:t>
            </a:r>
            <a:r>
              <a:rPr lang="zh-CN" altLang="en-US" sz="1400">
                <a:latin typeface="Cascadia Code" panose="020B0609020000020004" pitchFamily="49" charset="0"/>
                <a:cs typeface="Cascadia Code" panose="020B0609020000020004" pitchFamily="49" charset="0"/>
              </a:rPr>
              <a:t>the UPDATE protocol description. Dealing with</a:t>
            </a:r>
            <a:endParaRPr lang="en-US" altLang="zh-CN" sz="140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1400">
                <a:latin typeface="Cascadia Code" panose="020B0609020000020004" pitchFamily="49" charset="0"/>
                <a:ea typeface="Cascadia Code" panose="020B0609020000020004" pitchFamily="49" charset="0"/>
                <a:cs typeface="Cascadia Code" panose="020B0609020000020004" pitchFamily="49" charset="0"/>
              </a:rPr>
              <a:t>* </a:t>
            </a:r>
            <a:r>
              <a:rPr lang="zh-CN" altLang="en-US" sz="1400">
                <a:latin typeface="Cascadia Code" panose="020B0609020000020004" pitchFamily="49" charset="0"/>
                <a:cs typeface="Cascadia Code" panose="020B0609020000020004" pitchFamily="49" charset="0"/>
              </a:rPr>
              <a:t>UPDATE packet </a:t>
            </a:r>
            <a:endParaRPr lang="en-US" altLang="zh-CN" sz="140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1400">
                <a:latin typeface="Cascadia Code" panose="020B0609020000020004" pitchFamily="49" charset="0"/>
                <a:ea typeface="Cascadia Code" panose="020B0609020000020004" pitchFamily="49" charset="0"/>
                <a:cs typeface="Cascadia Code" panose="020B0609020000020004" pitchFamily="49" charset="0"/>
              </a:rPr>
              <a:t>* </a:t>
            </a:r>
            <a:r>
              <a:rPr lang="zh-CN" altLang="en-US" sz="1400">
                <a:latin typeface="Cascadia Code" panose="020B0609020000020004" pitchFamily="49" charset="0"/>
                <a:cs typeface="Cascadia Code" panose="020B0609020000020004" pitchFamily="49" charset="0"/>
              </a:rPr>
              <a:t>START YOUR CODE HERE</a:t>
            </a:r>
            <a:endParaRPr lang="en-US" altLang="zh-CN" sz="1400">
              <a:latin typeface="Cascadia Code" panose="020B0609020000020004" pitchFamily="49" charset="0"/>
              <a:ea typeface="Cascadia Code" panose="020B0609020000020004" pitchFamily="49" charset="0"/>
              <a:cs typeface="Cascadia Code" panose="020B0609020000020004" pitchFamily="49" charset="0"/>
            </a:endParaRPr>
          </a:p>
          <a:p>
            <a:r>
              <a:rPr lang="zh-CN" altLang="en-US" sz="1400">
                <a:latin typeface="Cascadia Code" panose="020B0609020000020004" pitchFamily="49" charset="0"/>
                <a:cs typeface="Cascadia Code" panose="020B0609020000020004" pitchFamily="49" charset="0"/>
              </a:rPr>
              <a:t>**********************************************/</a:t>
            </a:r>
            <a:endParaRPr lang="en-US" altLang="zh-CN" sz="1400">
              <a:latin typeface="Cascadia Code" panose="020B0609020000020004" pitchFamily="49" charset="0"/>
              <a:ea typeface="Cascadia Code" panose="020B0609020000020004" pitchFamily="49" charset="0"/>
              <a:cs typeface="Cascadia Code" panose="020B0609020000020004" pitchFamily="49" charset="0"/>
            </a:endParaRPr>
          </a:p>
          <a:p>
            <a:endParaRPr lang="en-US" altLang="zh-CN" sz="140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1400">
                <a:latin typeface="Cascadia Code" panose="020B0609020000020004" pitchFamily="49" charset="0"/>
                <a:ea typeface="Cascadia Code" panose="020B0609020000020004" pitchFamily="49" charset="0"/>
                <a:cs typeface="Cascadia Code" panose="020B0609020000020004" pitchFamily="49" charset="0"/>
              </a:rPr>
              <a:t>YOUR CODE</a:t>
            </a:r>
          </a:p>
          <a:p>
            <a:endParaRPr lang="en-US" altLang="zh-CN" sz="1400">
              <a:latin typeface="Cascadia Code" panose="020B0609020000020004" pitchFamily="49" charset="0"/>
              <a:ea typeface="Cascadia Code" panose="020B0609020000020004" pitchFamily="49" charset="0"/>
              <a:cs typeface="Cascadia Code" panose="020B0609020000020004" pitchFamily="49" charset="0"/>
            </a:endParaRPr>
          </a:p>
          <a:p>
            <a:r>
              <a:rPr lang="zh-CN" altLang="en-US" sz="1400">
                <a:latin typeface="Cascadia Code" panose="020B0609020000020004" pitchFamily="49" charset="0"/>
                <a:cs typeface="Cascadia Code" panose="020B0609020000020004" pitchFamily="49" charset="0"/>
              </a:rPr>
              <a:t>/***********************************************</a:t>
            </a:r>
            <a:endParaRPr lang="en-US" altLang="zh-CN" sz="1400">
              <a:latin typeface="Cascadia Code" panose="020B0609020000020004" pitchFamily="49" charset="0"/>
              <a:ea typeface="Cascadia Code" panose="020B0609020000020004" pitchFamily="49" charset="0"/>
              <a:cs typeface="Cascadia Code" panose="020B0609020000020004" pitchFamily="49" charset="0"/>
            </a:endParaRPr>
          </a:p>
          <a:p>
            <a:r>
              <a:rPr lang="zh-CN" altLang="en-US" sz="1400">
                <a:latin typeface="Cascadia Code" panose="020B0609020000020004" pitchFamily="49" charset="0"/>
                <a:cs typeface="Cascadia Code" panose="020B0609020000020004" pitchFamily="49" charset="0"/>
              </a:rPr>
              <a:t>* END OF YOUR CODE</a:t>
            </a:r>
            <a:endParaRPr lang="en-US" altLang="zh-CN" sz="1400">
              <a:latin typeface="Cascadia Code" panose="020B0609020000020004" pitchFamily="49" charset="0"/>
              <a:ea typeface="Cascadia Code" panose="020B0609020000020004" pitchFamily="49" charset="0"/>
              <a:cs typeface="Cascadia Code" panose="020B0609020000020004" pitchFamily="49" charset="0"/>
            </a:endParaRPr>
          </a:p>
          <a:p>
            <a:r>
              <a:rPr lang="zh-CN" altLang="en-US" sz="1400">
                <a:latin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605603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EFEBCE6-B654-5F74-9812-0C4F4279BB3E}"/>
              </a:ext>
            </a:extLst>
          </p:cNvPr>
          <p:cNvSpPr txBox="1">
            <a:spLocks/>
          </p:cNvSpPr>
          <p:nvPr/>
        </p:nvSpPr>
        <p:spPr>
          <a:xfrm>
            <a:off x="298939" y="283218"/>
            <a:ext cx="5855676" cy="65755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Hans-HK" dirty="0"/>
              <a:t>Grading scheme</a:t>
            </a:r>
            <a:endParaRPr lang="zh-Hans-HK" altLang="en-US" dirty="0"/>
          </a:p>
        </p:txBody>
      </p:sp>
      <p:sp>
        <p:nvSpPr>
          <p:cNvPr id="2" name="矩形 1"/>
          <p:cNvSpPr/>
          <p:nvPr/>
        </p:nvSpPr>
        <p:spPr>
          <a:xfrm>
            <a:off x="543657" y="1052378"/>
            <a:ext cx="11221916" cy="5663089"/>
          </a:xfrm>
          <a:prstGeom prst="rect">
            <a:avLst/>
          </a:prstGeom>
        </p:spPr>
        <p:txBody>
          <a:bodyPr wrap="square">
            <a:spAutoFit/>
          </a:bodyPr>
          <a:lstStyle/>
          <a:p>
            <a:pPr fontAlgn="base">
              <a:buFont typeface="+mj-lt"/>
              <a:buAutoNum type="arabicPeriod"/>
            </a:pPr>
            <a:r>
              <a:rPr lang="en-US" altLang="zh-CN" sz="1600" dirty="0">
                <a:solidFill>
                  <a:srgbClr val="0E101A"/>
                </a:solidFill>
                <a:latin typeface="Calibri" panose="020F0502020204030204" pitchFamily="34" charset="0"/>
              </a:rPr>
              <a:t>The three chat commands work well. We will manually test your code with valid commands in the demo storyline, including REGISTER, UPDATE, @ALL:, WHO, and @.  The other file sharing commands are excluded. So, you can try yourself following the demo storyline. (12% for @ALL:, 8% for WHO, and 12% for @)</a:t>
            </a:r>
          </a:p>
          <a:p>
            <a:pPr fontAlgn="base">
              <a:buFont typeface="+mj-lt"/>
              <a:buAutoNum type="arabicPeriod"/>
            </a:pPr>
            <a:endParaRPr lang="en-US" altLang="zh-CN" sz="1600" dirty="0">
              <a:solidFill>
                <a:srgbClr val="0E101A"/>
              </a:solidFill>
              <a:latin typeface="Calibri" panose="020F0502020204030204" pitchFamily="34" charset="0"/>
            </a:endParaRPr>
          </a:p>
          <a:p>
            <a:pPr fontAlgn="base">
              <a:buFont typeface="+mj-lt"/>
              <a:buAutoNum type="arabicPeriod"/>
            </a:pPr>
            <a:r>
              <a:rPr lang="en-US" altLang="zh-CN" sz="1600" dirty="0">
                <a:solidFill>
                  <a:srgbClr val="0E101A"/>
                </a:solidFill>
                <a:latin typeface="Calibri" panose="020F0502020204030204" pitchFamily="34" charset="0"/>
              </a:rPr>
              <a:t> Your code passes the provided test1 for the simplest scenario. This test case will test your code with two clients without packet loss and without latency. Both these two clients connect to the server one by one, and one client downloads a file from another client. (6%) </a:t>
            </a:r>
          </a:p>
          <a:p>
            <a:pPr fontAlgn="base">
              <a:buFont typeface="+mj-lt"/>
              <a:buAutoNum type="arabicPeriod"/>
            </a:pPr>
            <a:endParaRPr lang="en-US" altLang="zh-CN" sz="1600" dirty="0">
              <a:solidFill>
                <a:srgbClr val="000000"/>
              </a:solidFill>
              <a:latin typeface="Calibri" panose="020F0502020204030204" pitchFamily="34" charset="0"/>
            </a:endParaRPr>
          </a:p>
          <a:p>
            <a:pPr fontAlgn="base">
              <a:buFont typeface="+mj-lt"/>
              <a:buAutoNum type="arabicPeriod"/>
            </a:pPr>
            <a:r>
              <a:rPr lang="en-US" altLang="zh-CN" sz="1600" dirty="0">
                <a:solidFill>
                  <a:srgbClr val="0E101A"/>
                </a:solidFill>
                <a:latin typeface="Calibri" panose="020F0502020204030204" pitchFamily="34" charset="0"/>
              </a:rPr>
              <a:t>Your code passes the provided test2 for concurrency of the server. This test case is like the above one. Except that these two clients connect to the server at the same time.</a:t>
            </a:r>
            <a:r>
              <a:rPr lang="en-US" altLang="zh-CN" sz="1600" dirty="0">
                <a:solidFill>
                  <a:srgbClr val="0E101A"/>
                </a:solidFill>
                <a:latin typeface="Calibri" panose="020F0502020204030204" pitchFamily="34" charset="0"/>
                <a:ea typeface="Calibri" panose="020F0502020204030204" pitchFamily="34" charset="0"/>
              </a:rPr>
              <a:t> </a:t>
            </a:r>
            <a:r>
              <a:rPr lang="en-US" altLang="zh-CN" sz="1600" dirty="0">
                <a:solidFill>
                  <a:srgbClr val="0E101A"/>
                </a:solidFill>
                <a:latin typeface="Calibri" panose="020F0502020204030204" pitchFamily="34" charset="0"/>
              </a:rPr>
              <a:t>(6%) </a:t>
            </a:r>
          </a:p>
          <a:p>
            <a:pPr fontAlgn="base">
              <a:buFont typeface="+mj-lt"/>
              <a:buAutoNum type="arabicPeriod"/>
            </a:pPr>
            <a:endParaRPr lang="en-US" altLang="zh-CN" sz="1600" dirty="0">
              <a:solidFill>
                <a:srgbClr val="0E101A"/>
              </a:solidFill>
              <a:latin typeface="Calibri" panose="020F0502020204030204" pitchFamily="34" charset="0"/>
            </a:endParaRPr>
          </a:p>
          <a:p>
            <a:pPr fontAlgn="base">
              <a:buFont typeface="+mj-lt"/>
              <a:buAutoNum type="arabicPeriod"/>
            </a:pPr>
            <a:r>
              <a:rPr lang="en-US" altLang="zh-CN" sz="1600" dirty="0">
                <a:solidFill>
                  <a:srgbClr val="0E101A"/>
                </a:solidFill>
                <a:latin typeface="Calibri" panose="020F0502020204030204" pitchFamily="34" charset="0"/>
              </a:rPr>
              <a:t> Your code passes the provided test3 for multi-threading of p2p client and server. There are three clients start one by one. Client2 downloads a file from client1 and client3 downloads a file from client2 at the same time. And they are required to finish the transfer within 10s. (6% + another similar case for 6%) </a:t>
            </a:r>
          </a:p>
          <a:p>
            <a:pPr fontAlgn="base">
              <a:buFont typeface="+mj-lt"/>
              <a:buAutoNum type="arabicPeriod"/>
            </a:pPr>
            <a:endParaRPr lang="en-US" altLang="zh-CN" sz="1600" dirty="0">
              <a:solidFill>
                <a:srgbClr val="0E101A"/>
              </a:solidFill>
              <a:latin typeface="Calibri" panose="020F0502020204030204" pitchFamily="34" charset="0"/>
            </a:endParaRPr>
          </a:p>
          <a:p>
            <a:pPr fontAlgn="base">
              <a:buFont typeface="+mj-lt"/>
              <a:buAutoNum type="arabicPeriod"/>
            </a:pPr>
            <a:r>
              <a:rPr lang="en-US" altLang="zh-CN" sz="1600" dirty="0">
                <a:solidFill>
                  <a:srgbClr val="0E101A"/>
                </a:solidFill>
                <a:latin typeface="Calibri" panose="020F0502020204030204" pitchFamily="34" charset="0"/>
              </a:rPr>
              <a:t>Your code passes the provided test4 for packet losses. We will test your server code with a modified client, which will drop some ACKs for RETURN messages.</a:t>
            </a:r>
            <a:r>
              <a:rPr lang="en-US" altLang="zh-CN" sz="1600" dirty="0">
                <a:solidFill>
                  <a:srgbClr val="0E101A"/>
                </a:solidFill>
                <a:latin typeface="Calibri" panose="020F0502020204030204" pitchFamily="34" charset="0"/>
                <a:ea typeface="Calibri" panose="020F0502020204030204" pitchFamily="34" charset="0"/>
              </a:rPr>
              <a:t> </a:t>
            </a:r>
            <a:r>
              <a:rPr lang="en-US" altLang="zh-CN" sz="1600" dirty="0">
                <a:solidFill>
                  <a:srgbClr val="0E101A"/>
                </a:solidFill>
                <a:latin typeface="Calibri" panose="020F0502020204030204" pitchFamily="34" charset="0"/>
              </a:rPr>
              <a:t>(6% + another similar case for 6%) </a:t>
            </a:r>
          </a:p>
          <a:p>
            <a:pPr fontAlgn="base">
              <a:buFont typeface="+mj-lt"/>
              <a:buAutoNum type="arabicPeriod"/>
            </a:pPr>
            <a:endParaRPr lang="en-US" altLang="zh-CN" sz="1600" dirty="0">
              <a:solidFill>
                <a:srgbClr val="0E101A"/>
              </a:solidFill>
              <a:latin typeface="Calibri" panose="020F0502020204030204" pitchFamily="34" charset="0"/>
            </a:endParaRPr>
          </a:p>
          <a:p>
            <a:pPr fontAlgn="base">
              <a:buFont typeface="+mj-lt"/>
              <a:buAutoNum type="arabicPeriod"/>
            </a:pPr>
            <a:r>
              <a:rPr lang="en-US" altLang="zh-CN" sz="1600" dirty="0">
                <a:solidFill>
                  <a:srgbClr val="0E101A"/>
                </a:solidFill>
                <a:latin typeface="Calibri" panose="020F0502020204030204" pitchFamily="34" charset="0"/>
              </a:rPr>
              <a:t> Your code passes the provided test5 for packet losses. We will test your client code with a modified server, which will drop some ACKs for REGISTER/UPDATE/QUERY messages. (6% + another similar case for 6%) </a:t>
            </a:r>
          </a:p>
          <a:p>
            <a:pPr fontAlgn="base">
              <a:buFont typeface="+mj-lt"/>
              <a:buAutoNum type="arabicPeriod"/>
            </a:pPr>
            <a:endParaRPr lang="en-US" altLang="zh-CN" sz="1600" dirty="0">
              <a:solidFill>
                <a:srgbClr val="0E101A"/>
              </a:solidFill>
              <a:latin typeface="Calibri" panose="020F0502020204030204" pitchFamily="34" charset="0"/>
            </a:endParaRPr>
          </a:p>
          <a:p>
            <a:pPr fontAlgn="base">
              <a:buFont typeface="+mj-lt"/>
              <a:buAutoNum type="arabicPeriod"/>
            </a:pPr>
            <a:r>
              <a:rPr lang="en-US" altLang="zh-CN" sz="1600" dirty="0">
                <a:solidFill>
                  <a:srgbClr val="0E101A"/>
                </a:solidFill>
                <a:latin typeface="Calibri" panose="020F0502020204030204" pitchFamily="34" charset="0"/>
              </a:rPr>
              <a:t> A report for this programming project. (20%)</a:t>
            </a:r>
            <a:r>
              <a:rPr lang="en-US" altLang="zh-CN" sz="1600" dirty="0">
                <a:solidFill>
                  <a:srgbClr val="0E101A"/>
                </a:solidFill>
                <a:latin typeface="Calibri" panose="020F0502020204030204" pitchFamily="34" charset="0"/>
                <a:ea typeface="Calibri" panose="020F0502020204030204" pitchFamily="34" charset="0"/>
              </a:rPr>
              <a:t> </a:t>
            </a:r>
          </a:p>
        </p:txBody>
      </p:sp>
    </p:spTree>
    <p:extLst>
      <p:ext uri="{BB962C8B-B14F-4D97-AF65-F5344CB8AC3E}">
        <p14:creationId xmlns:p14="http://schemas.microsoft.com/office/powerpoint/2010/main" val="3381531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C98DA9C9-D9FC-FFDF-AF6D-1758C5091491}"/>
              </a:ext>
            </a:extLst>
          </p:cNvPr>
          <p:cNvPicPr>
            <a:picLocks noChangeAspect="1"/>
          </p:cNvPicPr>
          <p:nvPr/>
        </p:nvPicPr>
        <p:blipFill>
          <a:blip r:embed="rId2"/>
          <a:stretch>
            <a:fillRect/>
          </a:stretch>
        </p:blipFill>
        <p:spPr>
          <a:xfrm>
            <a:off x="3061208" y="2438400"/>
            <a:ext cx="5435600" cy="1981200"/>
          </a:xfrm>
          <a:prstGeom prst="rect">
            <a:avLst/>
          </a:prstGeom>
        </p:spPr>
      </p:pic>
      <p:sp>
        <p:nvSpPr>
          <p:cNvPr id="7" name="标题 1">
            <a:extLst>
              <a:ext uri="{FF2B5EF4-FFF2-40B4-BE49-F238E27FC236}">
                <a16:creationId xmlns:a16="http://schemas.microsoft.com/office/drawing/2014/main" id="{EEFEBCE6-B654-5F74-9812-0C4F4279BB3E}"/>
              </a:ext>
            </a:extLst>
          </p:cNvPr>
          <p:cNvSpPr txBox="1">
            <a:spLocks/>
          </p:cNvSpPr>
          <p:nvPr/>
        </p:nvSpPr>
        <p:spPr>
          <a:xfrm>
            <a:off x="778789" y="560282"/>
            <a:ext cx="2331050" cy="65755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Hans-HK" dirty="0"/>
              <a:t>Bonus</a:t>
            </a:r>
            <a:endParaRPr lang="zh-Hans-HK" altLang="en-US" dirty="0"/>
          </a:p>
        </p:txBody>
      </p:sp>
      <p:sp>
        <p:nvSpPr>
          <p:cNvPr id="3" name="文本框 2"/>
          <p:cNvSpPr txBox="1"/>
          <p:nvPr/>
        </p:nvSpPr>
        <p:spPr>
          <a:xfrm>
            <a:off x="931817" y="1323703"/>
            <a:ext cx="9370423" cy="646331"/>
          </a:xfrm>
          <a:prstGeom prst="rect">
            <a:avLst/>
          </a:prstGeom>
          <a:noFill/>
        </p:spPr>
        <p:txBody>
          <a:bodyPr wrap="square" rtlCol="0">
            <a:spAutoFit/>
          </a:bodyPr>
          <a:lstStyle/>
          <a:p>
            <a:r>
              <a:rPr lang="en-US" altLang="zh-CN" dirty="0"/>
              <a:t>After execute QUERY, return the IP and port number with a sequence number. When you execute GET, you can specify the sequence number instead of the full IP and port number.</a:t>
            </a:r>
            <a:endParaRPr lang="zh-CN" altLang="en-US" dirty="0"/>
          </a:p>
        </p:txBody>
      </p:sp>
      <p:sp>
        <p:nvSpPr>
          <p:cNvPr id="5" name="矩形 4"/>
          <p:cNvSpPr/>
          <p:nvPr/>
        </p:nvSpPr>
        <p:spPr>
          <a:xfrm>
            <a:off x="3061208" y="3523329"/>
            <a:ext cx="2052574" cy="35372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093796" y="4887966"/>
            <a:ext cx="9370423" cy="646331"/>
          </a:xfrm>
          <a:prstGeom prst="rect">
            <a:avLst/>
          </a:prstGeom>
          <a:noFill/>
        </p:spPr>
        <p:txBody>
          <a:bodyPr wrap="square" rtlCol="0">
            <a:spAutoFit/>
          </a:bodyPr>
          <a:lstStyle/>
          <a:p>
            <a:r>
              <a:rPr lang="en-US" altLang="zh-CN" dirty="0"/>
              <a:t>If you finish this bonus task, please indicate in your report </a:t>
            </a:r>
            <a:r>
              <a:rPr lang="en-US" altLang="zh-CN" b="1" dirty="0"/>
              <a:t>apparently</a:t>
            </a:r>
            <a:r>
              <a:rPr lang="en-US" altLang="zh-CN" dirty="0"/>
              <a:t>. Upon successful verification, you will receive an additional 10% grade.</a:t>
            </a:r>
            <a:endParaRPr lang="zh-CN" altLang="en-US" dirty="0"/>
          </a:p>
        </p:txBody>
      </p:sp>
    </p:spTree>
    <p:extLst>
      <p:ext uri="{BB962C8B-B14F-4D97-AF65-F5344CB8AC3E}">
        <p14:creationId xmlns:p14="http://schemas.microsoft.com/office/powerpoint/2010/main" val="2343575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EFEBCE6-B654-5F74-9812-0C4F4279BB3E}"/>
              </a:ext>
            </a:extLst>
          </p:cNvPr>
          <p:cNvSpPr txBox="1">
            <a:spLocks/>
          </p:cNvSpPr>
          <p:nvPr/>
        </p:nvSpPr>
        <p:spPr>
          <a:xfrm>
            <a:off x="543657" y="570665"/>
            <a:ext cx="6296758" cy="65755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Hans-HK" dirty="0"/>
              <a:t>Testing your code yourself</a:t>
            </a:r>
            <a:endParaRPr lang="zh-Hans-HK" altLang="en-US" dirty="0"/>
          </a:p>
        </p:txBody>
      </p:sp>
      <p:sp>
        <p:nvSpPr>
          <p:cNvPr id="2" name="矩形 1"/>
          <p:cNvSpPr/>
          <p:nvPr/>
        </p:nvSpPr>
        <p:spPr>
          <a:xfrm>
            <a:off x="543657" y="1228224"/>
            <a:ext cx="11221916" cy="5539978"/>
          </a:xfrm>
          <a:prstGeom prst="rect">
            <a:avLst/>
          </a:prstGeom>
        </p:spPr>
        <p:txBody>
          <a:bodyPr wrap="square">
            <a:spAutoFit/>
          </a:bodyPr>
          <a:lstStyle/>
          <a:p>
            <a:pPr fontAlgn="base"/>
            <a:r>
              <a:rPr lang="en-US" altLang="zh-CN" dirty="0">
                <a:solidFill>
                  <a:srgbClr val="000000"/>
                </a:solidFill>
                <a:latin typeface="Calibri" panose="020F0502020204030204" pitchFamily="34" charset="0"/>
              </a:rPr>
              <a:t>All the provided code is tested on Lab2 machine. How to login? Refer to the first tutorial.</a:t>
            </a:r>
          </a:p>
          <a:p>
            <a:pPr fontAlgn="base"/>
            <a:endParaRPr lang="en-US" altLang="zh-CN" dirty="0">
              <a:solidFill>
                <a:srgbClr val="000000"/>
              </a:solidFill>
              <a:latin typeface="Calibri" panose="020F0502020204030204" pitchFamily="34" charset="0"/>
            </a:endParaRPr>
          </a:p>
          <a:p>
            <a:pPr fontAlgn="base"/>
            <a:r>
              <a:rPr lang="en-US" altLang="zh-CN" sz="2400" dirty="0">
                <a:solidFill>
                  <a:srgbClr val="000000"/>
                </a:solidFill>
                <a:latin typeface="Calibri" panose="020F0502020204030204" pitchFamily="34" charset="0"/>
              </a:rPr>
              <a:t>Chat</a:t>
            </a:r>
            <a:endParaRPr lang="en-US" altLang="zh-CN" dirty="0">
              <a:solidFill>
                <a:srgbClr val="000000"/>
              </a:solidFill>
              <a:latin typeface="Calibri" panose="020F0502020204030204" pitchFamily="34" charset="0"/>
            </a:endParaRPr>
          </a:p>
          <a:p>
            <a:pPr fontAlgn="base"/>
            <a:r>
              <a:rPr lang="en-US" altLang="zh-CN" sz="1800" dirty="0">
                <a:solidFill>
                  <a:srgbClr val="0E101A"/>
                </a:solidFill>
                <a:latin typeface="Calibri" panose="020F0502020204030204" pitchFamily="34" charset="0"/>
              </a:rPr>
              <a:t>We will manually test your code with valid commands in the demo storyline, including REGISTER, UPDATE, @ALL:, WHO, and @.  The other file sharing commands are excluded. So, you can try yourself following the demo storyline. </a:t>
            </a:r>
            <a:endParaRPr lang="en-US" altLang="zh-CN" dirty="0">
              <a:solidFill>
                <a:srgbClr val="000000"/>
              </a:solidFill>
              <a:latin typeface="Calibri" panose="020F0502020204030204" pitchFamily="34" charset="0"/>
            </a:endParaRPr>
          </a:p>
          <a:p>
            <a:pPr fontAlgn="base"/>
            <a:endParaRPr lang="en-US" altLang="zh-CN" dirty="0">
              <a:solidFill>
                <a:srgbClr val="000000"/>
              </a:solidFill>
              <a:latin typeface="Calibri" panose="020F0502020204030204" pitchFamily="34" charset="0"/>
            </a:endParaRPr>
          </a:p>
          <a:p>
            <a:pPr fontAlgn="base"/>
            <a:r>
              <a:rPr lang="en-US" altLang="zh-CN" sz="2400" dirty="0">
                <a:solidFill>
                  <a:srgbClr val="000000"/>
                </a:solidFill>
                <a:latin typeface="Calibri" panose="020F0502020204030204" pitchFamily="34" charset="0"/>
              </a:rPr>
              <a:t>File sharing</a:t>
            </a:r>
          </a:p>
          <a:p>
            <a:pPr fontAlgn="base"/>
            <a:r>
              <a:rPr lang="en-US" altLang="zh-CN" dirty="0">
                <a:solidFill>
                  <a:srgbClr val="000000"/>
                </a:solidFill>
                <a:latin typeface="Calibri" panose="020F0502020204030204" pitchFamily="34" charset="0"/>
              </a:rPr>
              <a:t>If you want to test your code with test case 1:</a:t>
            </a:r>
          </a:p>
          <a:p>
            <a:pPr marL="342900" indent="-342900" fontAlgn="base">
              <a:buAutoNum type="arabicPeriod"/>
            </a:pPr>
            <a:r>
              <a:rPr lang="en-US" altLang="zh-CN" dirty="0">
                <a:solidFill>
                  <a:srgbClr val="000000"/>
                </a:solidFill>
                <a:latin typeface="Calibri" panose="020F0502020204030204" pitchFamily="34" charset="0"/>
              </a:rPr>
              <a:t>Copy your code “client.c” and “server.c” to test1</a:t>
            </a:r>
          </a:p>
          <a:p>
            <a:pPr marL="342900" indent="-342900" fontAlgn="base">
              <a:buAutoNum type="arabicPeriod"/>
            </a:pPr>
            <a:r>
              <a:rPr lang="en-US" altLang="zh-CN" dirty="0">
                <a:solidFill>
                  <a:srgbClr val="000000"/>
                </a:solidFill>
                <a:latin typeface="Calibri" panose="020F0502020204030204" pitchFamily="34" charset="0"/>
              </a:rPr>
              <a:t>$ cd test1</a:t>
            </a:r>
          </a:p>
          <a:p>
            <a:pPr marL="342900" indent="-342900" fontAlgn="base">
              <a:buAutoNum type="arabicPeriod"/>
            </a:pPr>
            <a:r>
              <a:rPr lang="en-US" altLang="zh-CN" dirty="0">
                <a:solidFill>
                  <a:srgbClr val="000000"/>
                </a:solidFill>
                <a:latin typeface="Calibri" panose="020F0502020204030204" pitchFamily="34" charset="0"/>
              </a:rPr>
              <a:t>$ bash test.sh</a:t>
            </a:r>
          </a:p>
          <a:p>
            <a:pPr marL="342900" indent="-342900" fontAlgn="base">
              <a:buAutoNum type="arabicPeriod"/>
            </a:pPr>
            <a:r>
              <a:rPr lang="en-US" altLang="zh-CN" dirty="0">
                <a:solidFill>
                  <a:srgbClr val="000000"/>
                </a:solidFill>
                <a:latin typeface="Calibri" panose="020F0502020204030204" pitchFamily="34" charset="0"/>
              </a:rPr>
              <a:t>Similar for test case 2/3/4/5</a:t>
            </a:r>
          </a:p>
          <a:p>
            <a:pPr marL="342900" indent="-342900" fontAlgn="base">
              <a:buAutoNum type="arabicPeriod"/>
            </a:pPr>
            <a:endParaRPr lang="en-US" altLang="zh-CN" dirty="0">
              <a:solidFill>
                <a:srgbClr val="000000"/>
              </a:solidFill>
              <a:latin typeface="Calibri" panose="020F0502020204030204" pitchFamily="34" charset="0"/>
            </a:endParaRPr>
          </a:p>
          <a:p>
            <a:pPr fontAlgn="base"/>
            <a:r>
              <a:rPr lang="en-US" altLang="zh-CN" dirty="0">
                <a:solidFill>
                  <a:srgbClr val="000000"/>
                </a:solidFill>
                <a:latin typeface="Calibri" panose="020F0502020204030204" pitchFamily="34" charset="0"/>
              </a:rPr>
              <a:t>If your code pass the test case, it will print a “Succeed”. Otherwise, “Fail”.</a:t>
            </a:r>
          </a:p>
          <a:p>
            <a:pPr fontAlgn="base"/>
            <a:r>
              <a:rPr lang="en-US" altLang="zh-CN" dirty="0">
                <a:solidFill>
                  <a:srgbClr val="000000"/>
                </a:solidFill>
                <a:latin typeface="Calibri" panose="020F0502020204030204" pitchFamily="34" charset="0"/>
              </a:rPr>
              <a:t>The “test.sh” script is very simple, it just compiles and run your code. You can also test your code manually.</a:t>
            </a:r>
          </a:p>
          <a:p>
            <a:pPr fontAlgn="base"/>
            <a:r>
              <a:rPr lang="en-US" altLang="zh-CN" dirty="0">
                <a:solidFill>
                  <a:srgbClr val="000000"/>
                </a:solidFill>
                <a:latin typeface="Calibri" panose="020F0502020204030204" pitchFamily="34" charset="0"/>
              </a:rPr>
              <a:t>Note that I may use different hidden test cases (e.g., different txt file name, larger txt file size) when evaluating. But do not worry, the basic operations are the same. If your code works for the provided test case, the hidden test cases may work too.</a:t>
            </a:r>
          </a:p>
          <a:p>
            <a:pPr fontAlgn="base"/>
            <a:r>
              <a:rPr lang="en-US" altLang="zh-CN" dirty="0">
                <a:solidFill>
                  <a:srgbClr val="000000"/>
                </a:solidFill>
                <a:latin typeface="Calibri" panose="020F0502020204030204" pitchFamily="34" charset="0"/>
              </a:rPr>
              <a:t>Reminder, if all of you use the same machine as csl2wk01, you may conflict with each other.</a:t>
            </a:r>
          </a:p>
        </p:txBody>
      </p:sp>
    </p:spTree>
    <p:extLst>
      <p:ext uri="{BB962C8B-B14F-4D97-AF65-F5344CB8AC3E}">
        <p14:creationId xmlns:p14="http://schemas.microsoft.com/office/powerpoint/2010/main" val="2114451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CB4197-925E-407D-81A7-AE415C59A840}"/>
              </a:ext>
            </a:extLst>
          </p:cNvPr>
          <p:cNvSpPr>
            <a:spLocks noGrp="1"/>
          </p:cNvSpPr>
          <p:nvPr>
            <p:ph type="title"/>
          </p:nvPr>
        </p:nvSpPr>
        <p:spPr/>
        <p:txBody>
          <a:bodyPr/>
          <a:lstStyle/>
          <a:p>
            <a:pPr algn="l"/>
            <a:r>
              <a:rPr lang="en-US" altLang="zh-CN">
                <a:latin typeface="Calibri" panose="020F0502020204030204" pitchFamily="34" charset="0"/>
                <a:cs typeface="Calibri" panose="020F0502020204030204" pitchFamily="34" charset="0"/>
              </a:rPr>
              <a:t>Summary</a:t>
            </a:r>
            <a:endParaRPr lang="zh-CN" altLang="en-US">
              <a:latin typeface="Calibri" panose="020F0502020204030204" pitchFamily="34" charset="0"/>
              <a:cs typeface="Calibri" panose="020F0502020204030204" pitchFamily="34" charset="0"/>
            </a:endParaRPr>
          </a:p>
        </p:txBody>
      </p:sp>
      <p:sp>
        <p:nvSpPr>
          <p:cNvPr id="3" name="灯片编号占位符 2">
            <a:extLst>
              <a:ext uri="{FF2B5EF4-FFF2-40B4-BE49-F238E27FC236}">
                <a16:creationId xmlns:a16="http://schemas.microsoft.com/office/drawing/2014/main" id="{FCABE666-73C1-4FF2-ADD7-62BF88FC4991}"/>
              </a:ext>
            </a:extLst>
          </p:cNvPr>
          <p:cNvSpPr>
            <a:spLocks noGrp="1"/>
          </p:cNvSpPr>
          <p:nvPr>
            <p:ph type="sldNum" sz="quarter" idx="12"/>
          </p:nvPr>
        </p:nvSpPr>
        <p:spPr/>
        <p:txBody>
          <a:bodyPr/>
          <a:lstStyle/>
          <a:p>
            <a:pPr>
              <a:defRPr/>
            </a:pPr>
            <a:fld id="{84DB02D4-1673-477F-9FD5-52E5D9A7062E}" type="slidenum">
              <a:rPr lang="en-US" altLang="zh-CN" smtClean="0">
                <a:latin typeface="Calibri" panose="020F0502020204030204" pitchFamily="34" charset="0"/>
                <a:cs typeface="Calibri" panose="020F0502020204030204" pitchFamily="34" charset="0"/>
              </a:rPr>
              <a:pPr>
                <a:defRPr/>
              </a:pPr>
              <a:t>26</a:t>
            </a:fld>
            <a:endParaRPr lang="en-US" altLang="zh-CN">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F7E14E03-AC30-4CA2-83B2-08D153C29048}"/>
              </a:ext>
            </a:extLst>
          </p:cNvPr>
          <p:cNvSpPr txBox="1"/>
          <p:nvPr/>
        </p:nvSpPr>
        <p:spPr>
          <a:xfrm>
            <a:off x="733647" y="1417638"/>
            <a:ext cx="10972800" cy="2677656"/>
          </a:xfrm>
          <a:prstGeom prst="rect">
            <a:avLst/>
          </a:prstGeom>
          <a:noFill/>
        </p:spPr>
        <p:txBody>
          <a:bodyPr wrap="square" rtlCol="0">
            <a:spAutoFit/>
          </a:bodyPr>
          <a:lstStyle/>
          <a:p>
            <a:pPr marL="285750" indent="-28575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We review the concurrency technique.</a:t>
            </a:r>
          </a:p>
          <a:p>
            <a:pPr marL="285750" indent="-285750">
              <a:buFont typeface="Arial" panose="020B0604020202020204" pitchFamily="34" charset="0"/>
              <a:buChar char="•"/>
            </a:pPr>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We learn </a:t>
            </a:r>
            <a:r>
              <a:rPr lang="en-US" altLang="zh-Hans-HK" sz="2800" dirty="0">
                <a:latin typeface="Calibri" panose="020F0502020204030204" pitchFamily="34" charset="0"/>
                <a:ea typeface="Calibri" panose="020F0502020204030204" pitchFamily="34" charset="0"/>
                <a:cs typeface="Calibri" panose="020F0502020204030204" pitchFamily="34" charset="0"/>
              </a:rPr>
              <a:t>how to use </a:t>
            </a:r>
            <a:r>
              <a:rPr lang="en-US" altLang="zh-CN" sz="2800" dirty="0">
                <a:latin typeface="Calibri" panose="020F0502020204030204" pitchFamily="34" charset="0"/>
                <a:ea typeface="Calibri" panose="020F0502020204030204" pitchFamily="34" charset="0"/>
                <a:cs typeface="Calibri" panose="020F0502020204030204" pitchFamily="34" charset="0"/>
              </a:rPr>
              <a:t>P</a:t>
            </a:r>
            <a:r>
              <a:rPr lang="en-US" altLang="zh-Hans-HK" sz="2800" dirty="0">
                <a:latin typeface="Calibri" panose="020F0502020204030204" pitchFamily="34" charset="0"/>
                <a:ea typeface="Calibri" panose="020F0502020204030204" pitchFamily="34" charset="0"/>
                <a:cs typeface="Calibri" panose="020F0502020204030204" pitchFamily="34" charset="0"/>
              </a:rPr>
              <a:t>thread library to enable simultaneous sending and writing for the client.</a:t>
            </a:r>
          </a:p>
          <a:p>
            <a:pPr marL="285750" indent="-285750">
              <a:buFont typeface="Arial" panose="020B0604020202020204" pitchFamily="34" charset="0"/>
              <a:buChar char="•"/>
            </a:pPr>
            <a:endParaRPr lang="en-US" altLang="zh-CN" sz="2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tLang="zh-CN" sz="2800" dirty="0">
                <a:latin typeface="Calibri" panose="020F0502020204030204" pitchFamily="34" charset="0"/>
                <a:ea typeface="Calibri" panose="020F0502020204030204" pitchFamily="34" charset="0"/>
                <a:cs typeface="Calibri" panose="020F0502020204030204" pitchFamily="34" charset="0"/>
              </a:rPr>
              <a:t>The above two things are essential in our programming project.</a:t>
            </a:r>
          </a:p>
        </p:txBody>
      </p:sp>
    </p:spTree>
    <p:extLst>
      <p:ext uri="{BB962C8B-B14F-4D97-AF65-F5344CB8AC3E}">
        <p14:creationId xmlns:p14="http://schemas.microsoft.com/office/powerpoint/2010/main" val="2321618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82DD91-88BE-4E95-9879-AB7D67B51A3D}"/>
              </a:ext>
            </a:extLst>
          </p:cNvPr>
          <p:cNvSpPr>
            <a:spLocks noGrp="1"/>
          </p:cNvSpPr>
          <p:nvPr>
            <p:ph type="title"/>
          </p:nvPr>
        </p:nvSpPr>
        <p:spPr/>
        <p:txBody>
          <a:bodyPr/>
          <a:lstStyle/>
          <a:p>
            <a:pPr algn="l"/>
            <a:r>
              <a:rPr lang="en-US" altLang="zh-CN">
                <a:latin typeface="Calibri" panose="020F0502020204030204" pitchFamily="34" charset="0"/>
                <a:cs typeface="Calibri" panose="020F0502020204030204" pitchFamily="34" charset="0"/>
              </a:rPr>
              <a:t>Q&amp;A</a:t>
            </a:r>
            <a:endParaRPr lang="zh-CN" altLang="en-US">
              <a:latin typeface="Calibri" panose="020F0502020204030204" pitchFamily="34" charset="0"/>
              <a:cs typeface="Calibri" panose="020F0502020204030204" pitchFamily="34" charset="0"/>
            </a:endParaRPr>
          </a:p>
        </p:txBody>
      </p:sp>
      <p:sp>
        <p:nvSpPr>
          <p:cNvPr id="3" name="灯片编号占位符 2">
            <a:extLst>
              <a:ext uri="{FF2B5EF4-FFF2-40B4-BE49-F238E27FC236}">
                <a16:creationId xmlns:a16="http://schemas.microsoft.com/office/drawing/2014/main" id="{23DA7041-EBF6-48A0-9320-F3425BCE9B20}"/>
              </a:ext>
            </a:extLst>
          </p:cNvPr>
          <p:cNvSpPr>
            <a:spLocks noGrp="1"/>
          </p:cNvSpPr>
          <p:nvPr>
            <p:ph type="sldNum" sz="quarter" idx="12"/>
          </p:nvPr>
        </p:nvSpPr>
        <p:spPr/>
        <p:txBody>
          <a:bodyPr/>
          <a:lstStyle/>
          <a:p>
            <a:pPr>
              <a:defRPr/>
            </a:pPr>
            <a:fld id="{84DB02D4-1673-477F-9FD5-52E5D9A7062E}" type="slidenum">
              <a:rPr lang="en-US" altLang="zh-CN" smtClean="0"/>
              <a:pPr>
                <a:defRPr/>
              </a:pPr>
              <a:t>27</a:t>
            </a:fld>
            <a:endParaRPr lang="en-US" altLang="zh-CN"/>
          </a:p>
        </p:txBody>
      </p:sp>
      <p:sp>
        <p:nvSpPr>
          <p:cNvPr id="10" name="标题 1">
            <a:extLst>
              <a:ext uri="{FF2B5EF4-FFF2-40B4-BE49-F238E27FC236}">
                <a16:creationId xmlns:a16="http://schemas.microsoft.com/office/drawing/2014/main" id="{6327999D-9A99-036B-DE32-7A20754171C8}"/>
              </a:ext>
            </a:extLst>
          </p:cNvPr>
          <p:cNvSpPr txBox="1">
            <a:spLocks/>
          </p:cNvSpPr>
          <p:nvPr/>
        </p:nvSpPr>
        <p:spPr bwMode="auto">
          <a:xfrm>
            <a:off x="609600" y="2019634"/>
            <a:ext cx="1126361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宋体" charset="0"/>
              </a:defRPr>
            </a:lvl1pPr>
            <a:lvl2pPr algn="ctr" rtl="0" eaLnBrk="0" fontAlgn="base" hangingPunct="0">
              <a:spcBef>
                <a:spcPct val="0"/>
              </a:spcBef>
              <a:spcAft>
                <a:spcPct val="0"/>
              </a:spcAft>
              <a:defRPr kumimoji="1" sz="4400">
                <a:solidFill>
                  <a:schemeClr val="tx2"/>
                </a:solidFill>
                <a:latin typeface="Arial" pitchFamily="34" charset="0"/>
                <a:ea typeface="宋体" pitchFamily="2" charset="-122"/>
                <a:cs typeface="宋体" charset="0"/>
              </a:defRPr>
            </a:lvl2pPr>
            <a:lvl3pPr algn="ctr" rtl="0" eaLnBrk="0" fontAlgn="base" hangingPunct="0">
              <a:spcBef>
                <a:spcPct val="0"/>
              </a:spcBef>
              <a:spcAft>
                <a:spcPct val="0"/>
              </a:spcAft>
              <a:defRPr kumimoji="1" sz="4400">
                <a:solidFill>
                  <a:schemeClr val="tx2"/>
                </a:solidFill>
                <a:latin typeface="Arial" pitchFamily="34" charset="0"/>
                <a:ea typeface="宋体" pitchFamily="2" charset="-122"/>
                <a:cs typeface="宋体" charset="0"/>
              </a:defRPr>
            </a:lvl3pPr>
            <a:lvl4pPr algn="ctr" rtl="0" eaLnBrk="0" fontAlgn="base" hangingPunct="0">
              <a:spcBef>
                <a:spcPct val="0"/>
              </a:spcBef>
              <a:spcAft>
                <a:spcPct val="0"/>
              </a:spcAft>
              <a:defRPr kumimoji="1" sz="4400">
                <a:solidFill>
                  <a:schemeClr val="tx2"/>
                </a:solidFill>
                <a:latin typeface="Arial" pitchFamily="34" charset="0"/>
                <a:ea typeface="宋体" pitchFamily="2" charset="-122"/>
                <a:cs typeface="宋体" charset="0"/>
              </a:defRPr>
            </a:lvl4pPr>
            <a:lvl5pPr algn="ctr" rtl="0" eaLnBrk="0" fontAlgn="base" hangingPunct="0">
              <a:spcBef>
                <a:spcPct val="0"/>
              </a:spcBef>
              <a:spcAft>
                <a:spcPct val="0"/>
              </a:spcAft>
              <a:defRPr kumimoji="1" sz="4400">
                <a:solidFill>
                  <a:schemeClr val="tx2"/>
                </a:solidFill>
                <a:latin typeface="Arial" pitchFamily="34" charset="0"/>
                <a:ea typeface="宋体" pitchFamily="2" charset="-122"/>
                <a:cs typeface="宋体" charset="0"/>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a:lstStyle>
          <a:p>
            <a:pPr algn="l"/>
            <a:r>
              <a:rPr lang="en-US" altLang="zh-CN" sz="3600" kern="0">
                <a:latin typeface="Calibri" panose="020F0502020204030204" pitchFamily="34" charset="0"/>
                <a:ea typeface="Calibri" panose="020F0502020204030204" pitchFamily="34" charset="0"/>
                <a:cs typeface="Calibri" panose="020F0502020204030204" pitchFamily="34" charset="0"/>
              </a:rPr>
              <a:t>Now you have </a:t>
            </a:r>
            <a:r>
              <a:rPr lang="en-US" altLang="zh-CN" sz="3600" kern="0">
                <a:solidFill>
                  <a:srgbClr val="C00000"/>
                </a:solidFill>
                <a:latin typeface="Calibri" panose="020F0502020204030204" pitchFamily="34" charset="0"/>
                <a:ea typeface="Calibri" panose="020F0502020204030204" pitchFamily="34" charset="0"/>
                <a:cs typeface="Calibri" panose="020F0502020204030204" pitchFamily="34" charset="0"/>
              </a:rPr>
              <a:t>20 minutes </a:t>
            </a:r>
            <a:r>
              <a:rPr lang="en-US" altLang="zh-CN" sz="3600" kern="0">
                <a:latin typeface="Calibri" panose="020F0502020204030204" pitchFamily="34" charset="0"/>
                <a:ea typeface="Calibri" panose="020F0502020204030204" pitchFamily="34" charset="0"/>
                <a:cs typeface="Calibri" panose="020F0502020204030204" pitchFamily="34" charset="0"/>
              </a:rPr>
              <a:t>to ask questions about the programming project.</a:t>
            </a:r>
            <a:endParaRPr lang="zh-CN" altLang="en-US" sz="3600" kern="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4933533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等线 Light"/>
        <a:cs typeface=""/>
      </a:majorFont>
      <a:minorFont>
        <a:latin typeface="Calibri"/>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TotalTime>
  <Words>2695</Words>
  <Application>Microsoft Macintosh PowerPoint</Application>
  <PresentationFormat>宽屏</PresentationFormat>
  <Paragraphs>340</Paragraphs>
  <Slides>27</Slides>
  <Notes>10</Notes>
  <HiddenSlides>0</HiddenSlides>
  <MMClips>1</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27</vt:i4>
      </vt:variant>
    </vt:vector>
  </HeadingPairs>
  <TitlesOfParts>
    <vt:vector size="35" baseType="lpstr">
      <vt:lpstr>等线</vt:lpstr>
      <vt:lpstr>Cascadia Code</vt:lpstr>
      <vt:lpstr>Arial</vt:lpstr>
      <vt:lpstr>Calibri</vt:lpstr>
      <vt:lpstr>Courier New</vt:lpstr>
      <vt:lpstr>Wingdings</vt:lpstr>
      <vt:lpstr>Office 主题​​</vt:lpstr>
      <vt:lpstr>默认设计模板</vt:lpstr>
      <vt:lpstr>Project Assignment: COMP4621</vt:lpstr>
      <vt:lpstr>Outline</vt:lpstr>
      <vt:lpstr>PowerPoint 演示文稿</vt:lpstr>
      <vt:lpstr>Pthreads</vt:lpstr>
      <vt:lpstr>Pthreads</vt:lpstr>
      <vt:lpstr>Pthreads</vt:lpstr>
      <vt:lpstr>Pthreads</vt:lpstr>
      <vt:lpstr>Programming project description</vt:lpstr>
      <vt:lpstr>File sharing</vt:lpstr>
      <vt:lpstr>File sharing</vt:lpstr>
      <vt:lpstr>Programming project description</vt:lpstr>
      <vt:lpstr>Chat</vt:lpstr>
      <vt:lpstr>Commands about services</vt:lpstr>
      <vt:lpstr>Commands about services</vt:lpstr>
      <vt:lpstr>Commands about file sharing</vt:lpstr>
      <vt:lpstr>Commands about file sharing</vt:lpstr>
      <vt:lpstr>Commands about chat</vt:lpstr>
      <vt:lpstr>Commands about chat</vt:lpstr>
      <vt:lpstr>Commands about chat</vt:lpstr>
      <vt:lpstr>A demo</vt:lpstr>
      <vt:lpstr>Programming project description</vt:lpstr>
      <vt:lpstr>Skeletons of codes</vt:lpstr>
      <vt:lpstr>PowerPoint 演示文稿</vt:lpstr>
      <vt:lpstr>PowerPoint 演示文稿</vt:lpstr>
      <vt:lpstr>PowerPoint 演示文稿</vt:lpstr>
      <vt:lpstr>Summary</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2 for COMP4621</dc:title>
  <dc:creator>Hua KANG</dc:creator>
  <cp:lastModifiedBy>CAO Lunxi</cp:lastModifiedBy>
  <cp:revision>84</cp:revision>
  <dcterms:created xsi:type="dcterms:W3CDTF">2022-02-22T14:41:38Z</dcterms:created>
  <dcterms:modified xsi:type="dcterms:W3CDTF">2025-04-06T07:28:25Z</dcterms:modified>
</cp:coreProperties>
</file>